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0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2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3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5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22"/>
  </p:notesMasterIdLst>
  <p:handoutMasterIdLst>
    <p:handoutMasterId r:id="rId23"/>
  </p:handoutMasterIdLst>
  <p:sldIdLst>
    <p:sldId id="812" r:id="rId2"/>
    <p:sldId id="821" r:id="rId3"/>
    <p:sldId id="820" r:id="rId4"/>
    <p:sldId id="1124" r:id="rId5"/>
    <p:sldId id="1125" r:id="rId6"/>
    <p:sldId id="815" r:id="rId7"/>
    <p:sldId id="817" r:id="rId8"/>
    <p:sldId id="816" r:id="rId9"/>
    <p:sldId id="819" r:id="rId10"/>
    <p:sldId id="778" r:id="rId11"/>
    <p:sldId id="918" r:id="rId12"/>
    <p:sldId id="919" r:id="rId13"/>
    <p:sldId id="920" r:id="rId14"/>
    <p:sldId id="1120" r:id="rId15"/>
    <p:sldId id="1121" r:id="rId16"/>
    <p:sldId id="1122" r:id="rId17"/>
    <p:sldId id="914" r:id="rId18"/>
    <p:sldId id="915" r:id="rId19"/>
    <p:sldId id="1123" r:id="rId20"/>
    <p:sldId id="917" r:id="rId2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3" autoAdjust="0"/>
    <p:restoredTop sz="94812" autoAdjust="0"/>
  </p:normalViewPr>
  <p:slideViewPr>
    <p:cSldViewPr snapToGrid="0" snapToObjects="1">
      <p:cViewPr varScale="1">
        <p:scale>
          <a:sx n="113" d="100"/>
          <a:sy n="113" d="100"/>
        </p:scale>
        <p:origin x="87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7/9/2025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995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0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31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0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3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41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36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01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0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37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21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4667303" cy="853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7.xml"/><Relationship Id="rId7" Type="http://schemas.openxmlformats.org/officeDocument/2006/relationships/image" Target="../media/image1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19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7.png"/><Relationship Id="rId5" Type="http://schemas.openxmlformats.org/officeDocument/2006/relationships/tags" Target="../tags/tag12.xml"/><Relationship Id="rId10" Type="http://schemas.openxmlformats.org/officeDocument/2006/relationships/image" Target="../media/image16.png"/><Relationship Id="rId4" Type="http://schemas.openxmlformats.org/officeDocument/2006/relationships/tags" Target="../tags/tag11.xml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23.png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8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17.png"/><Relationship Id="rId5" Type="http://schemas.openxmlformats.org/officeDocument/2006/relationships/tags" Target="../tags/tag18.xml"/><Relationship Id="rId10" Type="http://schemas.openxmlformats.org/officeDocument/2006/relationships/image" Target="../media/image22.png"/><Relationship Id="rId4" Type="http://schemas.openxmlformats.org/officeDocument/2006/relationships/tags" Target="../tags/tag17.xml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9.xml"/><Relationship Id="rId12" Type="http://schemas.openxmlformats.org/officeDocument/2006/relationships/image" Target="../media/image31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0.png"/><Relationship Id="rId5" Type="http://schemas.openxmlformats.org/officeDocument/2006/relationships/tags" Target="../tags/tag26.xml"/><Relationship Id="rId10" Type="http://schemas.openxmlformats.org/officeDocument/2006/relationships/image" Target="../media/image29.png"/><Relationship Id="rId4" Type="http://schemas.openxmlformats.org/officeDocument/2006/relationships/tags" Target="../tags/tag25.xml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7.png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34.png"/><Relationship Id="rId2" Type="http://schemas.openxmlformats.org/officeDocument/2006/relationships/tags" Target="../tags/tag28.xml"/><Relationship Id="rId16" Type="http://schemas.openxmlformats.org/officeDocument/2006/relationships/image" Target="../media/image37.pn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33.png"/><Relationship Id="rId5" Type="http://schemas.openxmlformats.org/officeDocument/2006/relationships/tags" Target="../tags/tag31.xml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4" Type="http://schemas.openxmlformats.org/officeDocument/2006/relationships/tags" Target="../tags/tag30.xml"/><Relationship Id="rId9" Type="http://schemas.openxmlformats.org/officeDocument/2006/relationships/notesSlide" Target="../notesSlides/notesSlide10.xml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6.xml"/><Relationship Id="rId7" Type="http://schemas.openxmlformats.org/officeDocument/2006/relationships/image" Target="../media/image27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0.png"/><Relationship Id="rId4" Type="http://schemas.openxmlformats.org/officeDocument/2006/relationships/tags" Target="../tags/tag37.xml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4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43.png"/><Relationship Id="rId2" Type="http://schemas.openxmlformats.org/officeDocument/2006/relationships/tags" Target="../tags/tag39.xml"/><Relationship Id="rId16" Type="http://schemas.openxmlformats.org/officeDocument/2006/relationships/image" Target="../media/image27.png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42.png"/><Relationship Id="rId5" Type="http://schemas.openxmlformats.org/officeDocument/2006/relationships/tags" Target="../tags/tag42.xml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tags" Target="../tags/tag41.xml"/><Relationship Id="rId9" Type="http://schemas.openxmlformats.org/officeDocument/2006/relationships/notesSlide" Target="../notesSlides/notesSlide12.xml"/><Relationship Id="rId1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50.png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49.png"/><Relationship Id="rId2" Type="http://schemas.openxmlformats.org/officeDocument/2006/relationships/tags" Target="../tags/tag46.xml"/><Relationship Id="rId16" Type="http://schemas.openxmlformats.org/officeDocument/2006/relationships/image" Target="../media/image27.png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48.png"/><Relationship Id="rId5" Type="http://schemas.openxmlformats.org/officeDocument/2006/relationships/tags" Target="../tags/tag49.xml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tags" Target="../tags/tag48.xml"/><Relationship Id="rId9" Type="http://schemas.openxmlformats.org/officeDocument/2006/relationships/notesSlide" Target="../notesSlides/notesSlide13.xml"/><Relationship Id="rId1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56.xml"/><Relationship Id="rId7" Type="http://schemas.openxmlformats.org/officeDocument/2006/relationships/image" Target="../media/image56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55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9674443" cy="853311"/>
          </a:xfrm>
        </p:spPr>
        <p:txBody>
          <a:bodyPr/>
          <a:lstStyle/>
          <a:p>
            <a:r>
              <a:rPr lang="en-US" dirty="0"/>
              <a:t>Multiplication table of Td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Useful for defining a particular order of elements in 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4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Multiplication table for Td by coordinate transformations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1.2pt}&#10;\multirow{3}{*}{$C_{2}$}          &amp; (x\bar{y}\bar{z}) &amp; (x\bar{y}\bar{z}) &amp; (xyz)             &amp; (\bar{x}\bar{y}z) &amp; (\bar{x}y\bar{z}) &amp; (\bar{y}\bar{z}x) &amp; (\bar{y}z\bar{x}) &amp; (y\bar{z}\bar{x}) &amp; (yzx)             &amp; (\bar{z}x\bar{y}) &amp; (zxy)             &amp; (z\bar{x}\bar{y}) &amp; (\bar{z}\bar{x}y) &amp; (x\bar{z}\bar{y}) &amp; (xzy)             &amp; (\bar{z}\bar{y}x) &amp; (z\bar{y}\bar{x}) &amp; (\bar{y}x\bar{z}) &amp; (y\bar{x}\bar{z}) &amp; (\bar{x}z\bar{y}) &amp; (\bar{x}\bar{z}y) &amp; (\bar{z}y\bar{x}) &amp; (zyx)             &amp; (yxz)             &amp; (\bar{y}\bar{x}z) \\ \cline{2-26}&#10;                                  &amp; (\bar{x}y\bar{z}) &amp; (\bar{x}y\bar{z}) &amp; (\bar{x}\bar{y}z) &amp; (xyz)             &amp; (x\bar{y}\bar{z}) &amp; (y\bar{z}\bar{x}) &amp; (yzx)             &amp; (\bar{y}\bar{z}x) &amp; (\bar{y}z\bar{x}) &amp; (\bar{z}\bar{x}y) &amp; (z\bar{x}\bar{y}) &amp; (zxy)             &amp; (\bar{z}x\bar{y}) &amp; (\bar{x}\bar{z}y) &amp; (\bar{x}z\bar{y}) &amp; (\bar{z}y\bar{x}) &amp; (zyx)             &amp; (y\bar{x}\bar{z}) &amp; (\bar{y}x\bar{z}) &amp; (xzy)             &amp; (x\bar{z}\bar{y}) &amp; (\bar{z}\bar{y}x) &amp; (z\bar{y}\bar{x}) &amp; (\bar{y}\bar{x}z) &amp; (yxz)             \\ \cline{2-26}&#10;                                  &amp; (\bar{x}\bar{y}z) &amp; (\bar{x}\bar{y}z) &amp; (\bar{x}y\bar{z}) &amp; (x\bar{y}\bar{z}) &amp; (xyz)             &amp; (\bar{y}z\bar{x}) &amp; (\bar{y}\bar{z}x) &amp; (yzx)             &amp; (y\bar{z}\bar{x}) &amp; (z\bar{x}\bar{y}) &amp; (\bar{z}\bar{x}y) &amp; (\bar{z}x\bar{y}) &amp; (zxy)             &amp; (\bar{x}z\bar{y}) &amp; (\bar{x}\bar{z}y) &amp; (z\bar{y}\bar{x}) &amp; (\bar{z}\bar{y}x) &amp; (\bar{y}\bar{x}z) &amp; (yxz)             &amp; (x\bar{z}\bar{y}) &amp; (xzy)             &amp; (zyx)             &amp; (\bar{z}y\bar{x}) &amp; (y\bar{x}\bar{z}) &amp; (\bar{y}x\bar{z}) \\ \noalign{\hrule height 1.2pt}&#10;\multirow{4}{*}{$C_{4}$}          &amp; (yzx)             &amp; (yzx)             &amp; (y\bar{z}\bar{x}) &amp; (\bar{y}z\bar{x}) &amp; (\bar{y}\bar{z}x) &amp; (zxy)             &amp; (z\bar{x}\bar{y}) &amp; (\bar{z}x\bar{y}) &amp; (\bar{z}\bar{x}y) &amp; (xyz)             &amp; (\bar{x}y\bar{z}) &amp; (\bar{x}\bar{y}z) &amp; (x\bar{y}\bar{z}) &amp; (yxz)             &amp; (y\bar{x}\bar{z}) &amp; (xzy)             &amp; (\bar{x}z\bar{y}) &amp; (zyx)             &amp; (\bar{z}\bar{y}x) &amp; (\bar{y}\bar{x}z) &amp; (\bar{y}x\bar{z}) &amp; (x\bar{z}\bar{y}) &amp; (\bar{x}\bar{z}y) &amp; (\bar{z}y\bar{x}) &amp; (z\bar{y}\bar{x}) \\ \cline{2-26}&#10;                                  &amp; (y\bar{z}\bar{x}) &amp; (y\bar{z}\bar{x}) &amp; (yzx)             &amp; (\bar{y}\bar{z}x) &amp; (\bar{y}z\bar{x}) &amp; (\bar{z}\bar{x}y) &amp; (\bar{z}x\bar{y}) &amp; (z\bar{x}\bar{y}) &amp; (zxy)             &amp; (\bar{x}y\bar{z}) &amp; (xyz)             &amp; (x\bar{y}\bar{z}) &amp; (\bar{x}\bar{y}z) &amp; (y\bar{x}\bar{z}) &amp; (yxz)             &amp; (\bar{x}\bar{z}y) &amp; (x\bar{z}\bar{y}) &amp; (\bar{z}y\bar{x}) &amp; (z\bar{y}\bar{x}) &amp; (\bar{y}x\bar{z}) &amp; (\bar{y}\bar{x}z) &amp; (\bar{x}z\bar{y}) &amp; (xzy)             &amp; (zyx)             &amp; (\bar{z}\bar{y}x) \\ \cline{2-26}&#10;                                  &amp; (\bar{y}z\bar{x}) &amp; (\bar{y}z\bar{x}) &amp; (\bar{y}\bar{z}x) &amp; (yzx)             &amp; (y\bar{z}\bar{x}) &amp; (z\bar{x}\bar{y}) &amp; (zxy)             &amp; (\bar{z}\bar{x}y) &amp; (\bar{z}x\bar{y}) &amp; (\bar{x}\bar{y}z) &amp; (x\bar{y}\bar{z}) &amp; (xyz)             &amp; (\bar{x}y\bar{z}) &amp; (\bar{y}\bar{x}z) &amp; (\bar{y}x\bar{z}) &amp; (\bar{x}z\bar{y}) &amp; (xzy)             &amp; (z\bar{y}\bar{x}) &amp; (\bar{z}y\bar{x}) &amp; (yxz)             &amp; (y\bar{x}\bar{z}) &amp; (\bar{x}\bar{z}y) &amp; (x\bar{z}\bar{y}) &amp; (\bar{z}\bar{y}x) &amp; (zyx)             \\ \cline{2-26}&#10;                                  &amp; (\bar{y}\bar{z}x) &amp; (\bar{y}\bar{z}x) &amp; (\bar{y}z\bar{x}) &amp; (y\bar{z}\bar{x}) &amp; (yzx)             &amp; (\bar{z}x\bar{y}) &amp; (\bar{z}\bar{x}y) &amp; (zxy)             &amp; (z\bar{x}\bar{y}) &amp; (x\bar{y}\bar{z}) &amp; (\bar{x}\bar{y}z) &amp; (\bar{x}y\bar{z}) &amp; (xyz)             &amp; (\bar{y}x\bar{z}) &amp; (\bar{y}\bar{x}z) &amp; (x\bar{z}\bar{y}) &amp; (\bar{x}\bar{z}y) &amp; (\bar{z}\bar{y}x) &amp; (zyx)             &amp; (y\bar{x}\bar{z}) &amp; (yxz)             &amp; (xzy)             &amp; (\bar{x}z\bar{y}) &amp; (z\bar{y}\bar{x}) &amp; (\bar{z}y\bar{x}) \\ \noalign{\hrule height 1.2pt}&#10;\multirow{4}{*}{$C_{4}^{\prime}$} &amp; (zxy)             &amp; (zxy)             &amp; (z\bar{x}\bar{y}) &amp; (\bar{z}x\bar{y}) &amp; (\bar{z}\bar{x}y) &amp; (xyz)             &amp; (x\bar{y}\bar{z}) &amp; (\bar{x}y\bar{z}) &amp; (\bar{x}\bar{y}z) &amp; (yzx)             &amp; (\bar{y}z\bar{x}) &amp; (\bar{y}\bar{z}x) &amp; (y\bar{z}\bar{x}) &amp; (zyx)             &amp; (z\bar{y}\bar{x}) &amp; (yxz)             &amp; (\bar{y}x\bar{z}) &amp; (xzy)             &amp; (\bar{x}\bar{z}y) &amp; (\bar{z}\bar{y}x) &amp; (\bar{z}y\bar{x}) &amp; (y\bar{x}\bar{z}) &amp; (\bar{y}\bar{x}z) &amp; (\bar{x}z\bar{y}) &amp; (x\bar{z}\bar{y}) \\ \cline{2-26}&#10;                                  &amp; (\bar{z}x\bar{y}) &amp; (\bar{z}x\bar{y}) &amp; (\bar{z}\bar{x}y) &amp; (zxy)             &amp; (z\bar{x}\bar{y}) &amp; (x\bar{y}\bar{z}) &amp; (xyz)             &amp; (\bar{x}\bar{y}z) &amp; (\bar{x}y\bar{z}) &amp; (\bar{y}\bar{z}x) &amp; (y\bar{z}\bar{x}) &amp; (yzx)             &amp; (\bar{y}z\bar{x}) &amp; (\bar{z}\bar{y}x) &amp; (\bar{z}y\bar{x}) &amp; (\bar{y}x\bar{z}) &amp; (yxz)             &amp; (x\bar{z}\bar{y}) &amp; (\bar{x}z\bar{y}) &amp; (zyx)             &amp; (z\bar{y}\bar{x}) &amp; (\bar{y}\bar{x}z) &amp; (y\bar{x}\bar{z}) &amp; (\bar{x}\bar{z}y) &amp; (xzy)             \\ \cline{2-26}&#10;                                  &amp; (\bar{z}\bar{x}y) &amp; (\bar{z}\bar{x}y) &amp; (\bar{z}x\bar{y}) &amp; (z\bar{x}\bar{y}) &amp; (zxy)             &amp; (\bar{x}y\bar{z}) &amp; (\bar{x}\bar{y}z) &amp; (xyz)             &amp; (x\bar{y}\bar{z}) &amp; (y\bar{z}\bar{x}) &amp; (\bar{y}\bar{z}x) &amp; (\bar{y}z\bar{x}) &amp; (yzx)             &amp; (\bar{z}y\bar{x}) &amp; (\bar{z}\bar{y}x) &amp; (y\bar{x}\bar{z}) &amp; (\bar{y}\bar{x}z) &amp; (\bar{x}\bar{z}y) &amp; (xzy)             &amp; (z\bar{y}\bar{x}) &amp; (zyx)             &amp; (yxz)             &amp; (\bar{y}x\bar{z}) &amp; (x\bar{z}\bar{y}) &amp; (\bar{x}z\bar{y}) \\ \cline{2-26}&#10;                                  &amp; (z\bar{x}\bar{y}) &amp; (z\bar{x}\bar{y}) &amp; (zxy)             &amp; (\bar{z}\bar{x}y) &amp; (\bar{z}x\bar{y}) &amp; (\bar{x}\bar{y}z) &amp; (\bar{x}y\bar{z}) &amp; (x\bar{y}\bar{z}) &amp; (xyz)             &amp; (\bar{y}z\bar{x}) &amp; (yzx)             &amp; (y\bar{z}\bar{x}) &amp; (\bar{y}\bar{z}x) &amp; (z\bar{y}\bar{x}) &amp; (zyx)             &amp; (\bar{y}\bar{x}z) &amp; (y\bar{x}\bar{z}) &amp; (\bar{x}z\bar{y}) &amp; (x\bar{z}\bar{y}) &amp; (\bar{z}y\bar{x}) &amp; (\bar{z}\bar{y}x) &amp; (\bar{y}x\bar{z}) &amp; (yxz)             &amp; (xzy)             &amp; (\bar{x}\bar{z}y) \\ \noalign{\hrule height 1.2pt}&#10;\multirow{6}{*}{$\sigma_{d}$}     &amp; (xzy)             &amp; (xzy)             &amp; (x\bar{z}\bar{y}) &amp; (\bar{x}z\bar{y}) &amp; (\bar{x}\bar{z}y) &amp; (zyx)             &amp; (z\bar{y}\bar{x}) &amp; (\bar{z}y\bar{x}) &amp; (\bar{z}\bar{y}x) &amp; (yxz)             &amp; (\bar{y}x\bar{z}) &amp; (\bar{y}\bar{x}z) &amp; (y\bar{x}\bar{z}) &amp; (xyz)             &amp; (x\bar{y}\bar{z}) &amp; (yzx)             &amp; (\bar{y}z\bar{x}) &amp; (zxy)             &amp; (\bar{z}\bar{x}y) &amp; (\bar{x}\bar{y}z) &amp; (\bar{x}y\bar{z}) &amp; (y\bar{z}\bar{x}) &amp; (\bar{y}\bar{z}x) &amp; (\bar{z}x\bar{y}) &amp; (z\bar{x}\bar{y}) \\ \cline{2-26}&#10;                                  &amp; (x\bar{z}\bar{y}) &amp; (x\bar{z}\bar{y}) &amp; (xzy)             &amp; (\bar{x}\bar{z}y) &amp; (\bar{x}z\bar{y}) &amp; (\bar{z}\bar{y}x) &amp; (\bar{z}y\bar{x}) &amp; (z\bar{y}\bar{x}) &amp; (zyx)             &amp; (\bar{y}x\bar{z}) &amp; (yxz)             &amp; (y\bar{x}\bar{z}) &amp; (\bar{y}\bar{x}z) &amp; (x\bar{y}\bar{z}) &amp; (xyz)             &amp; (\bar{y}\bar{z}x) &amp; (y\bar{z}\bar{x}) &amp; (\bar{z}x\bar{y}) &amp; (z\bar{x}\bar{y}) &amp; (\bar{x}y\bar{z}) &amp; (\bar{x}\bar{y}z) &amp; (\bar{y}z\bar{x}) &amp; (yzx)             &amp; (zxy)             &amp; (\bar{z}\bar{x}y) \\ \cline{2-26}&#10;                                  &amp; (zyx)             &amp; (zyx)             &amp; (z\bar{y}\bar{x}) &amp; (\bar{z}y\bar{x}) &amp; (\bar{z}\bar{y}x) &amp; (yxz)             &amp; (y\bar{x}\bar{z}) &amp; (\bar{y}x\bar{z}) &amp; (\bar{y}\bar{x}z) &amp; (xzy)             &amp; (\bar{x}z\bar{y}) &amp; (\bar{x}\bar{z}y) &amp; (x\bar{z}\bar{y}) &amp; (zxy)             &amp; (z\bar{x}\bar{y}) &amp; (xyz)             &amp; (\bar{x}y\bar{z}) &amp; (yzx)             &amp; (\bar{y}\bar{z}x) &amp; (\bar{z}\bar{x}y) &amp; (\bar{z}x\bar{y}) &amp; (x\bar{y}\bar{z}) &amp; (\bar{x}\bar{y}z) &amp; (\bar{y}z\bar{x}) &amp; (y\bar{z}\bar{x}) \\ \cline{2-26}&#10;                                  &amp; (\bar{z}y\bar{x}) &amp; (\bar{z}y\bar{x}) &amp; (\bar{z}\bar{y}x) &amp; (zyx)             &amp; (z\bar{y}\bar{x}) &amp; (y\bar{x}\bar{z}) &amp; (yxz)             &amp; (\bar{y}\bar{x}z) &amp; (\bar{y}x\bar{z}) &amp; (\bar{x}\bar{z}y) &amp; (x\bar{z}\bar{y}) &amp; (xzy)             &amp; (\bar{x}z\bar{y}) &amp; (\bar{z}\bar{x}y) &amp; (\bar{z}x\bar{y}) &amp; (\bar{x}y\bar{z}) &amp; (xyz)             &amp; (y\bar{z}\bar{x}) &amp; (\bar{y}z\bar{x}) &amp; (zxy)             &amp; (z\bar{x}\bar{y}) &amp; (\bar{x}\bar{y}z) &amp; (x\bar{y}\bar{z}) &amp; (\bar{y}\bar{z}x) &amp; (yzx)             \\ \cline{2-26}&#10;                                  &amp; (yxz)             &amp; (yxz)             &amp; (y\bar{x}\bar{z}) &amp; (\bar{y}x\bar{z}) &amp; (\bar{y}\bar{x}z) &amp; (xzy)             &amp; (x\bar{z}\bar{y}) &amp; (\bar{x}z\bar{y}) &amp; (\bar{x}\bar{z}y) &amp; (zyx)             &amp; (\bar{z}y\bar{x}) &amp; (\bar{z}\bar{y}x) &amp; (z\bar{y}\bar{x}) &amp; (yzx)             &amp; (y\bar{z}\bar{x}) &amp; (zxy)             &amp; (\bar{z}x\bar{y}) &amp; (xyz)             &amp; (\bar{x}\bar{y}z) &amp; (\bar{y}\bar{z}x) &amp; (\bar{y}z\bar{x}) &amp; (z\bar{x}\bar{y}) &amp; (\bar{z}\bar{x}y) &amp; (\bar{x}y\bar{z}) &amp; (x\bar{y}\bar{z}) \\ \cline{2-26}&#10;                                  &amp; (\bar{y}\bar{x}z) &amp; (\bar{y}\bar{x}z) &amp; (\bar{y}x\bar{z}) &amp; (y\bar{x}\bar{z}) &amp; (yxz)             &amp; (\bar{x}z\bar{y}) &amp; (\bar{x}\bar{z}y) &amp; (xzy)             &amp; (x\bar{z}\bar{y}) &amp; (z\bar{y}\bar{x}) &amp; (\bar{z}\bar{y}x) &amp; (\bar{z}y\bar{x}) &amp; (zyx)             &amp; (\bar{y}z\bar{x}) &amp; (\bar{y}\bar{z}x) &amp; (z\bar{x}\bar{y}) &amp; (\bar{z}\bar{x}y) &amp; (\bar{x}\bar{y}z) &amp; (xyz)             &amp; (y\bar{z}\bar{x}) &amp; (yzx)             &amp; (zxy)             &amp; (\bar{z}x\bar{y}) &amp; (x\bar{y}\bar{z}) &amp; (\bar{x}y\bar{z}) \\ \noalign{\hrule height 1.2pt}&#10;\multirow{6}{*}{$S_{4}$}          &amp; (\bar{x}\bar{z}y) &amp; (\bar{x}\bar{z}y) &amp; (\bar{x}z\bar{y}) &amp; (x\bar{z}\bar{y}) &amp; (xzy)             &amp; (\bar{z}y\bar{x}) &amp; (\bar{z}\bar{y}x) &amp; (zyx)             &amp; (z\bar{y}\bar{x}) &amp; (y\bar{x}\bar{z}) &amp; (\bar{y}\bar{x}z) &amp; (\bar{y}x\bar{z}) &amp; (yxz)             &amp; (\bar{x}y\bar{z}) &amp; (\bar{x}\bar{y}z) &amp; (y\bar{z}\bar{x}) &amp; (\bar{y}\bar{z}x) &amp; (\bar{z}\bar{x}y) &amp; (zxy)             &amp; (x\bar{y}\bar{z}) &amp; (xyz)             &amp; (yzx)             &amp; (\bar{y}z\bar{x}) &amp; (z\bar{x}\bar{y}) &amp; (\bar{z}x\bar{y}) \\ \cline{2-26}&#10;                                  &amp; (\bar{x}z\bar{y}) &amp; (\bar{x}z\bar{y}) &amp; (\bar{x}\bar{z}y) &amp; (xzy)             &amp; (x\bar{z}\bar{y}) &amp; (z\bar{y}\bar{x}) &amp; (zyx)             &amp; (\bar{z}\bar{y}x) &amp; (\bar{z}y\bar{x}) &amp; (\bar{y}\bar{x}z) &amp; (y\bar{x}\bar{z}) &amp; (yxz)             &amp; (\bar{y}x\bar{z}) &amp; (\bar{x}\bar{y}z) &amp; (\bar{x}y\bar{z}) &amp; (\bar{y}z\bar{x}) &amp; (yzx)             &amp; (z\bar{x}\bar{y}) &amp; (\bar{z}x\bar{y}) &amp; (xyz)             &amp; (x\bar{y}\bar{z}) &amp; (\bar{y}\bar{z}x) &amp; (y\bar{z}\bar{x}) &amp; (\bar{z}\bar{x}y) &amp; (zxy)             \\ \cline{2-26}&#10;                                  &amp; (z\bar{y}\bar{x}) &amp; (z\bar{y}\bar{x}) &amp; (zyx)             &amp; (\bar{z}\bar{y}x) &amp; (\bar{z}y\bar{x}) &amp; (\bar{y}\bar{x}z) &amp; (\bar{y}x\bar{z}) &amp; (y\bar{x}\bar{z}) &amp; (yxz)             &amp; (\bar{x}z\bar{y}) &amp; (xzy)             &amp; (x\bar{z}\bar{y}) &amp; (\bar{x}\bar{z}y) &amp; (z\bar{x}\bar{y}) &amp; (zxy)             &amp; (\bar{x}\bar{y}z) &amp; (x\bar{y}\bar{z}) &amp; (\bar{y}z\bar{x}) &amp; (y\bar{z}\bar{x}) &amp; (\bar{z}x\bar{y}) &amp; (\bar{z}\bar{x}y) &amp; (\bar{x}y\bar{z}) &amp; (xyz)             &amp; (yzx)             &amp; (\bar{y}\bar{z}x) \\ \cline{2-26}&#10;                                  &amp; (\bar{z}\bar{y}x) &amp; (\bar{z}\bar{y}x) &amp; (\bar{z}y\bar{x}) &amp; (z\bar{y}\bar{x}) &amp; (zyx)             &amp; (\bar{y}x\bar{z}) &amp; (\bar{y}\bar{x}z) &amp; (yxz)             &amp; (y\bar{x}\bar{z}) &amp; (x\bar{z}\bar{y}) &amp; (\bar{x}\bar{z}y) &amp; (\bar{x}z\bar{y}) &amp; (xzy)             &amp; (\bar{z}x\bar{y}) &amp; (\bar{z}\bar{x}y) &amp; (x\bar{y}\bar{z}) &amp; (\bar{x}\bar{y}z) &amp; (\bar{y}\bar{z}x) &amp; (yzx)             &amp; (z\bar{x}\bar{y}) &amp; (zxy)             &amp; (xyz)             &amp; (\bar{x}y\bar{z}) &amp; (y\bar{z}\bar{x}) &amp; (\bar{y}z\bar{x}) \\ \cline{2-26}&#10;                                  &amp; (\bar{y}x\bar{z}) &amp; (\bar{y}x\bar{z}) &amp; (\bar{y}\bar{x}z) &amp; (yxz)             &amp; (y\bar{x}\bar{z}) &amp; (x\bar{z}\bar{y}) &amp; (xzy)             &amp; (\bar{x}\bar{z}y) &amp; (\bar{x}z\bar{y}) &amp; (\bar{z}\bar{y}x) &amp; (z\bar{y}\bar{x}) &amp; (zyx)             &amp; (\bar{z}y\bar{x}) &amp; (\bar{y}\bar{z}x) &amp; (\bar{y}z\bar{x}) &amp; (\bar{z}x\bar{y}) &amp; (zxy)             &amp; (x\bar{y}\bar{z}) &amp; (\bar{x}y\bar{z}) &amp; (yzx)             &amp; (y\bar{z}\bar{x}) &amp; (\bar{z}\bar{x}y) &amp; (z\bar{x}\bar{y}) &amp; (\bar{x}\bar{y}z) &amp; (xyz)             \\ \cline{2-26}&#10;                                  &amp; (y\bar{x}\bar{z}) &amp; (y\bar{x}\bar{z}) &amp; (yxz)             &amp; (\bar{y}\bar{x}z) &amp; (\bar{y}x\bar{z}) &amp; (\bar{x}\bar{z}y) &amp; (\bar{x}z\bar{y}) &amp; (x\bar{z}\bar{y}) &amp; (xzy)             &amp; (\bar{z}y\bar{x}) &amp; (zyx)             &amp; (z\bar{y}\bar{x}) &amp; (\bar{z}\bar{y}x) &amp; (y\bar{z}\bar{x}) &amp; (yzx)             &amp; (\bar{z}\bar{x}y) &amp; (z\bar{x}\bar{y}) &amp; (\bar{x}y\bar{z}) &amp; (x\bar{y}\bar{z}) &amp; (\bar{y}z\bar{x}) &amp; (\bar{y}\bar{z}x) &amp; (\bar{z}x\bar{y}) &amp; (zxy)             &amp; (xyz)             &amp; (\bar{x}\bar{y}z) \\ \cline{2-26} 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68BFA760-32D9-4167-8936-25251409FE6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096" y="2016576"/>
            <a:ext cx="11907721" cy="411047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6591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Multiplication table for Td by operator index</a:t>
            </a:r>
          </a:p>
        </p:txBody>
      </p:sp>
      <p:pic>
        <p:nvPicPr>
          <p:cNvPr id="5" name="Picture 4" descr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1                 &amp; 2                 &amp; 3                 &amp; 4                 &amp; 5                 &amp; 6                 &amp; 7                 &amp; 8                 &amp; 9                 &amp; 10                &amp; 11                &amp; 12                &amp; 13                &amp; 14                &amp; 15                &amp; 16                &amp; 17                &amp; 18                &amp; 19                &amp; 20                &amp; 21                &amp; 22                &amp; 23                &amp; 24                \\ \noalign{\hrule height 1.2pt}&#10;\multirow{3}{*}{$C_{2}$}          &amp; (x\bar{y}\bar{z}) &amp; 2                 &amp; 1                 &amp; 4                 &amp; 3                 &amp; 8                 &amp; 7                 &amp; 6                 &amp; 5                 &amp; 10                &amp; 9                 &amp; 12                &amp; 11                &amp; 14                &amp; 13                &amp; 22                &amp; 21                &amp; 23                &amp; 24                &amp; 20                &amp; 19                &amp; 16                &amp; 15                &amp; 17                &amp; 18                \\ \cline{2-26}&#10;                                  &amp; (\bar{x}y\bar{z}) &amp; 3                 &amp; 4                 &amp; 1                 &amp; 2                 &amp; 6                 &amp; 5                 &amp; 8                 &amp; 7                 &amp; 11                &amp; 12                &amp; 9                 &amp; 10                &amp; 19                &amp; 20                &amp; 16                &amp; 15                &amp; 24                &amp; 23                &amp; 13                &amp; 14                &amp; 22                &amp; 21                &amp; 18                &amp; 17                \\ \cline{2-26}&#10;                                  &amp; (\bar{x}\bar{y}z) &amp; 4                 &amp; 3                 &amp; 2                 &amp; 1                 &amp; 7                 &amp; 8                 &amp; 5                 &amp; 6                 &amp; 12                &amp; 11                &amp; 10                &amp; 9                 &amp; 20                &amp; 19                &amp; 21                &amp; 22                &amp; 18                &amp; 17                &amp; 14                &amp; 13                &amp; 15                &amp; 16                &amp; 24                &amp; 23                \\ \noalign{\hrule height 1.2pt}&#10;\multirow{4}{*}{$C_{4}$}          &amp; (yzx)             &amp; 5                 &amp; 6                 &amp; 7                 &amp; 8                 &amp; 9                 &amp; 12                &amp; 10                &amp; 11                &amp; 1                 &amp; 3                 &amp; 4                 &amp; 2                 &amp; 17                &amp; 24                &amp; 13                &amp; 20                &amp; 15                &amp; 22                &amp; 18                &amp; 23                &amp; 14                &amp; 19                &amp; 16                &amp; 21                \\ \cline{2-26}&#10;                                  &amp; (y\bar{z}\bar{x}) &amp; 6                 &amp; 5                 &amp; 8                 &amp; 7                 &amp; 11                &amp; 10                &amp; 12                &amp; 9                 &amp; 3                 &amp; 1                 &amp; 2                 &amp; 4                 &amp; 24                &amp; 17                &amp; 19                &amp; 14                &amp; 16                &amp; 21                &amp; 23                &amp; 18                &amp; 20                &amp; 13                &amp; 15                &amp; 22                \\ \cline{2-26}&#10;                                  &amp; (\bar{y}z\bar{x}) &amp; 7                 &amp; 8                 &amp; 5                 &amp; 6                 &amp; 12                &amp; 9                 &amp; 11                &amp; 10                &amp; 4                 &amp; 2                 &amp; 1                 &amp; 3                 &amp; 18                &amp; 23                &amp; 20                &amp; 13                &amp; 21                &amp; 16                &amp; 17                &amp; 24                &amp; 19                &amp; 14                &amp; 22                &amp; 15                \\ \cline{2-26}&#10;                                  &amp; (\bar{y}\bar{z}x) &amp; 8                 &amp; 7                 &amp; 6                 &amp; 5                 &amp; 10                &amp; 11                &amp; 9                 &amp; 12                &amp; 2                 &amp; 4                 &amp; 3                 &amp; 1                 &amp; 23                &amp; 18                &amp; 14                &amp; 19                &amp; 22                &amp; 15                &amp; 24                &amp; 17                &amp; 13                &amp; 20                &amp; 21                &amp; 16                \\ \noalign{\hrule height 1.2pt}&#10;\multirow{4}{*}{$C_{4}^{\prime}$} &amp; (zxy)             &amp; 9                 &amp; 12                &amp; 10                &amp; 11                &amp; 1                 &amp; 2                 &amp; 3                 &amp; 4                 &amp; 5                 &amp; 7                 &amp; 8                 &amp; 6                 &amp; 15                &amp; 21                &amp; 17                &amp; 23                &amp; 13                &amp; 19                &amp; 22                &amp; 16                &amp; 24                &amp; 18                &amp; 20                &amp; 14                \\ \cline{2-26}&#10;                                  &amp; (\bar{z}x\bar{y}) &amp; 10                &amp; 11                &amp; 9                 &amp; 12                &amp; 2                 &amp; 1                 &amp; 4                 &amp; 3                 &amp; 8                 &amp; 6                 &amp; 5                 &amp; 7                 &amp; 22                &amp; 16                &amp; 23                &amp; 17                &amp; 14                &amp; 20                &amp; 15                &amp; 21                &amp; 18                &amp; 24                &amp; 19                &amp; 13                \\ \cline{2-26}&#10;                                  &amp; (\bar{z}\bar{x}y) &amp; 11                &amp; 10                &amp; 12                &amp; 9                 &amp; 3                 &amp; 4                 &amp; 1                 &amp; 2                 &amp; 6                 &amp; 8                 &amp; 7                 &amp; 5                 &amp; 16                &amp; 22                &amp; 24                &amp; 18                &amp; 19                &amp; 13                &amp; 21                &amp; 15                &amp; 17                &amp; 23                &amp; 14                &amp; 20                \\ \cline{2-26}&#10;                                  &amp; (z\bar{x}\bar{y}) &amp; 12                &amp; 9                 &amp; 11                &amp; 10                &amp; 4                 &amp; 3                 &amp; 2                 &amp; 1                 &amp; 7                 &amp; 5                 &amp; 6                 &amp; 8                 &amp; 21                &amp; 15                &amp; 18                &amp; 24                &amp; 20                &amp; 14                &amp; 16                &amp; 22                &amp; 23                &amp; 17                &amp; 13                &amp; 19                \\ \noalign{\hrule height 1.2pt}&#10;\multirow{6}{*}{$\sigma_{d}$}     &amp; (xzy)             &amp; 13                &amp; 14                &amp; 20                &amp; 19                &amp; 15                &amp; 21                &amp; 16                &amp; 22                &amp; 17                &amp; 23                &amp; 18                &amp; 24                &amp; 1                 &amp; 2                 &amp; 5                 &amp; 7                 &amp; 9                 &amp; 11                &amp; 4                 &amp; 3                 &amp; 6                 &amp; 8                 &amp; 10                &amp; 12                \\ \cline{2-26}&#10;                                  &amp; (x\bar{z}\bar{y}) &amp; 14                &amp; 13                &amp; 19                &amp; 20                &amp; 22                &amp; 16                &amp; 21                &amp; 15                &amp; 23                &amp; 17                &amp; 24                &amp; 18                &amp; 2                 &amp; 1                 &amp; 8                 &amp; 6                 &amp; 10                &amp; 12                &amp; 3                 &amp; 4                 &amp; 7                 &amp; 5                 &amp; 9                 &amp; 11                \\ \cline{2-26}&#10;                                  &amp; (zyx)             &amp; 15                &amp; 21                &amp; 16                &amp; 22                &amp; 17                &amp; 24                &amp; 23                &amp; 18                &amp; 13                &amp; 20                &amp; 19                &amp; 14                &amp; 9                 &amp; 12                &amp; 1                 &amp; 3                 &amp; 5                 &amp; 8                 &amp; 11                &amp; 10                &amp; 2                 &amp; 4                 &amp; 7                 &amp; 6                 \\ \cline{2-26}&#10;                                  &amp; (\bar{z}y\bar{x}) &amp; 16                &amp; 22                &amp; 15                &amp; 21                &amp; 24                &amp; 17                &amp; 18                &amp; 23                &amp; 19                &amp; 14                &amp; 13                &amp; 20                &amp; 11                &amp; 10                &amp; 3                 &amp; 1                 &amp; 6                 &amp; 7                 &amp; 9                 &amp; 12                &amp; 4                 &amp; 2                 &amp; 8                 &amp; 5                 \\ \cline{2-26}&#10;                                  &amp; (yxz)             &amp; 17                &amp; 24                &amp; 23                &amp; 18                &amp; 13                &amp; 14                &amp; 20                &amp; 19                &amp; 15                &amp; 16                &amp; 22                &amp; 21                &amp; 5                 &amp; 6                 &amp; 9                 &amp; 10                &amp; 1                 &amp; 4                 &amp; 8                 &amp; 7                 &amp; 12                &amp; 11                &amp; 3                 &amp; 2                 \\ \cline{2-26}&#10;                                  &amp; (\bar{y}\bar{x}z) &amp; 18                &amp; 23                &amp; 24                &amp; 17                &amp; 20                &amp; 19                &amp; 13                &amp; 14                &amp; 21                &amp; 22                &amp; 16                &amp; 15                &amp; 7                 &amp; 8                 &amp; 12                &amp; 11                &amp; 4                 &amp; 1                 &amp; 6                 &amp; 5                 &amp; 9                 &amp; 10                &amp; 2                 &amp; 3                 \\ \noalign{\hrule height 1.2pt}&#10;\multirow{6}{*}{$S_{4}$}          &amp; (\bar{x}\bar{z}y) &amp; 19                &amp; 20                &amp; 14                &amp; 13                &amp; 16                &amp; 22                &amp; 15                &amp; 21                &amp; 24                &amp; 18                &amp; 23                &amp; 17                &amp; 3                 &amp; 4                 &amp; 6                 &amp; 8                 &amp; 11                &amp; 9                 &amp; 2                 &amp; 1                 &amp; 5                 &amp; 7                 &amp; 12                &amp; 10                \\ \cline{2-26}&#10;                                  &amp; (\bar{x}z\bar{y}) &amp; 20                &amp; 19                &amp; 13                &amp; 14                &amp; 21                &amp; 15                &amp; 22                &amp; 16                &amp; 18                &amp; 24                &amp; 17                &amp; 23                &amp; 4                 &amp; 3                 &amp; 7                 &amp; 5                 &amp; 12                &amp; 10                &amp; 1                 &amp; 2                 &amp; 8                 &amp; 6                 &amp; 11                &amp; 9                 \\ \cline{2-26}&#10;                                  &amp; (z\bar{y}\bar{x}) &amp; 21                &amp; 15                &amp; 22                &amp; 16                &amp; 18                &amp; 23                &amp; 24                &amp; 17                &amp; 20                &amp; 13                &amp; 14                &amp; 19                &amp; 12                &amp; 9                 &amp; 4                 &amp; 2                 &amp; 7                 &amp; 6                 &amp; 10                &amp; 11                &amp; 3                 &amp; 1                 &amp; 5                 &amp; 8                 \\ \cline{2-26}&#10;                                  &amp; (\bar{z}\bar{y}x) &amp; 22                &amp; 16                &amp; 21                &amp; 15                &amp; 23                &amp; 18                &amp; 17                &amp; 24                &amp; 14                &amp; 29                &amp; 20                &amp; 13                &amp; 10                &amp; 11                &amp; 2                 &amp; 4                 &amp; 8                 &amp; 5                 &amp; 12                &amp; 9                 &amp; 1                 &amp; 3                 &amp; 6                 &amp; 7                 \\ \cline{2-26}&#10;                                  &amp; (\bar{y}x\bar{z}) &amp; 23                &amp; 18                &amp; 17                &amp; 24                &amp; 14                &amp; 13                &amp; 19                &amp; 20                &amp; 22                &amp; 21                &amp; 15                &amp; 16                &amp; 8                 &amp; 7                 &amp; 10                &amp; 9                 &amp; 2                 &amp; 3                 &amp; 5                 &amp; 6                 &amp; 11                &amp; 12                &amp; 4                 &amp; 1                 \\ \cline{2-26}&#10;                                  &amp; (y\bar{x}\bar{z}) &amp; 24                &amp; 17                &amp; 18                &amp; 23                &amp; 19                &amp; 20                &amp; 14                &amp; 13                &amp; 16                &amp; 15                &amp; 21                &amp; 22                &amp; 6                 &amp; 5                 &amp; 11                &amp; 12                &amp; 3                 &amp; 2                 &amp; 7                 &amp; 8                 &amp; 10                &amp; 9                 &amp; 1                 &amp; 4                 \\ \cline{2-26} 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D671F657-DDD7-4D6B-A618-78567F26CD0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096" y="2016576"/>
            <a:ext cx="11907840" cy="411047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9306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Td operations on solid angle coordinates</a:t>
            </a:r>
          </a:p>
        </p:txBody>
      </p:sp>
      <p:pic>
        <p:nvPicPr>
          <p:cNvPr id="6" name="Picture 5" descr="\documentclass{article}&#10;\usepackage{amsmath,amssymb,bm,array}&#10;\pagestyle{empty}&#10;&#10;\newcolumntype{C}{&gt;{$}c&lt;{$}}&#10;\DeclareMathOperator{\atan}{atan}&#10;&#10;\begin{document}&#10;&#10;\begin{equation*}&#10;\begin{tabular}{!{\vrule width 2pt}C!{\vrule width 1pt}C!{\vrule width 3pt}C!{\vrule width 1pt}C!{\vrule width 2pt}}&#10;\noalign{\hrule height 2pt}&#10; 1 &amp; (xyz)             &amp;       \theta &amp;       \phi \\&#10; 2 &amp; (x\bar{y}\bar{z}) &amp; \pi - \theta &amp;      -\phi \\ &#10; 3 &amp; (\bar{x}y\bar{z}) &amp; \pi - \theta &amp; \pi - \phi \\ &#10; 4 &amp; (\bar{x}\bar{y}z) &amp;       \theta &amp; \pi + \phi \\&#10;\noalign{\hrule height 1.2pt}&#10; 5 &amp; (yzx)             &amp; \theta_{yzx} = \atan\left(\sqrt{\cos\left(\theta\right)^{2}+\sin\left(\theta\right)^{2}\sin\left(\phi\right)^{2}}, \sin\left(\theta\right)\cos\left(\phi\right)\right) &amp; \phi_{yzx} = \atan\left( \cos\left(\theta\right), \sin\left(\theta\right)\sin\left(\phi\right) \right) \\&#10; 6 &amp; (y\bar{z}\bar{x}) &amp;                                                                                                                                                     \pi - \theta_{yzx} &amp;                                                                                           - \phi_{yzx} \\&#10; 7 &amp; (\bar{y}z\bar{x}) &amp;                                                                                                                                                     \pi - \theta_{yzx} &amp;                                                                                       \pi - \phi_{yzx} \\&#10; 8 &amp; (\bar{y}\bar{z}x) &amp;                                                                                                                                                         - \theta_{yzx} &amp;                                                                                             \phi_{yzx} \\&#10;\noalign{\hrule height 1.2pt}&#10; 9 &amp; (zxy)             &amp; \theta_{zxy} = \atan\left(\sqrt{\cos\left(\theta\right)^{2}+\sin\left(\theta\right)^{2}\cos\left(\phi\right)^{2}}, \sin\left(\theta\right)\sin\left(\phi\right)\right) &amp; \phi_{zxy} = \atan\left( \sin\left(\theta\right)\cos\left(\phi\right), \cos\left(\theta\right) \right) \\&#10;10 &amp; (\bar{z}x\bar{y}) &amp;                                                                                                                                                     \pi - \theta_{zxy} &amp;                                                                                       \pi - \phi_{zxy} \\&#10;11 &amp; (\bar{z}\bar{x}y) &amp;                                                                                                                                                         - \theta_{zxy} &amp;                                                                                             \phi_{zxy} \\&#10;12 &amp; (z\bar{x}\bar{y}) &amp;                                                                                                                                                     \pi - \theta_{zxy} &amp;                                                                                           - \phi_{zxy} \\&#10;\noalign{\hrule height 1.2pt}&#10;13 &amp; (xzy)             &amp;                                                                                                                                                           \theta_{zxy} &amp;                                                                             \frac{\pi}{2} - \phi_{zxy} \\&#10;14 &amp; (x\bar{z}\bar{y}) &amp;                                                                                                                                                     \pi - \theta_{zxy} &amp;                                                                           - \frac{\pi}{2} + \phi_{zxy} \\&#10;19 &amp; (\bar{x}\bar{z}y) &amp;                                                                                                                                                         - \theta_{zxy} &amp;                                                                             \frac{\pi}{2} - \phi_{zxy} \\&#10;20 &amp; (\bar{x}z\bar{y}) &amp;                                                                                                                                                     \pi - \theta_{zxy} &amp;                                                                             \frac{\pi}{2} + \phi_{zxy} \\&#10;\noalign{\hrule height 1.2pt}&#10;15 &amp; (zyx)             &amp;                                                                                                                                                           \theta_{yzx} &amp;                                                                             \frac{\pi}{2} - \phi_{yzx} \\&#10;16 &amp; (\bar{z}y\bar{x}) &amp;                                                                                                                                                     \pi - \theta_{yzx} &amp;                                                                             \frac{\pi}{2} + \phi_{yzx} \\&#10;21 &amp; (z\bar{y}\bar{x}) &amp;                                                                                                                                                     \pi - \theta_{yzx} &amp;                                                                           - \frac{\pi}{2} + \phi_{yzx} \\&#10;22 &amp; (\bar{z}\bar{y}x) &amp;                                                                                                                                                         - \theta_{yzx} &amp;                                                                             \frac{\pi}{2} - \phi_{yzx} \\&#10;\noalign{\hrule height 1.2pt}&#10;17 &amp; (yxz)             &amp;                                                                                                                                                           \theta &amp;                                                                                         \frac{\pi}{2} - \phi \\&#10;18 &amp; (\bar{y}\bar{x}z) &amp;                                                                                                                                                           \theta &amp;                                                                                       - \frac{\pi}{2} - \phi \\&#10;23 &amp; (\bar{y}x\bar{z}) &amp;                                                                                                                                                     \pi - \theta &amp;                                                                                         \frac{\pi}{2} + \phi \\&#10;24 &amp; (y\bar{x}\bar{z}) &amp;                                                                                                                                                     \pi - \theta &amp;                                                                                       - \frac{\pi}{2} + \phi \\&#10;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186925AD-A743-4BF7-BEE3-36AF0F32660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62057" y="1805833"/>
            <a:ext cx="7467886" cy="48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1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Products of representations expressed as sums of representations</a:t>
            </a:r>
          </a:p>
        </p:txBody>
      </p:sp>
      <p:pic>
        <p:nvPicPr>
          <p:cNvPr id="24" name="Picture 23" descr="\documentclass{article}&#10;\usepackage{amsmath,amssymb,bm,array}&#10;\pagestyle{empty}&#10;&#10;\newcolumntype{C}{&gt;{$}c&lt;{$}}&#10;&#10;\begin{document}&#10;&#10;\begin{equation*}&#10;\begin{tabular}{!{\vrule width 2pt}C!{\vrule width 3pt}C|C|C|C|C!{\vrule width 2pt}}&#10;\noalign{\hrule height 2pt}&#10;       &amp; A_{1} &amp; A_{2} &amp;             E &amp;               T_{1} &amp;               T_{2} \\ \noalign{\hrule height 3pt}&#10; A_{1} &amp; A_{1} &amp; A_{2} &amp;             E &amp;               T_{1} &amp;               T_{2} \\ \noalign{\hrule height .5pt}&#10; A_{2} &amp; A_{2} &amp; A_{1} &amp;             E &amp;               T_{1} &amp;               T_{2} \\ \noalign{\hrule height .5pt}&#10;     E &amp;     E &amp;     E &amp; A_{1}+A_{2}+E &amp;         T_{1}+T_{2} &amp;         T_{1}+T_{2} \\ \noalign{\hrule height .5pt}&#10; T_{1} &amp; T_{1} &amp; T_{2} &amp;   T_{1}+T_{2} &amp; A_{1}+E+T_{1}+T_{2} &amp; A_{2}+E+T_{1}+T_{2} \\ \noalign{\hrule height .5pt}&#10; T_{2} &amp; T_{2} &amp; T_{1} &amp;   T_{1}+T_{2} &amp; A_{2}+E+T_{1}+T_{2} &amp; A_{1}+E+T_{1}+T_{2} \\ \noalign{\hrule height 2pt}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77A463A3-D143-4B49-9797-F2116B6CC3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82020" y="2573866"/>
            <a:ext cx="6627964" cy="163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4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9514332" cy="853311"/>
          </a:xfrm>
        </p:spPr>
        <p:txBody>
          <a:bodyPr/>
          <a:lstStyle/>
          <a:p>
            <a:r>
              <a:rPr lang="en-US"/>
              <a:t>Our REPRESENTATION OF TD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set of specific irreducible matrix representations of elements in Td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9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1E10DCD6-F13A-49AA-9B87-2E6774C9ED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2600" y="1915574"/>
            <a:ext cx="10611200" cy="15268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C20FCA9-830F-4F93-AF13-CE8E68A17A8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70600" y="2551222"/>
            <a:ext cx="5644800" cy="380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A1AEB-2DAF-4FC3-960D-5D773E1F125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384294" y="3439575"/>
            <a:ext cx="2607542" cy="248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1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-25000" dirty="0"/>
              <a:t>1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3FD299-394D-47E0-A82D-1E17D1038C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9878" y="2335970"/>
            <a:ext cx="1518628" cy="2186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BD0C0-5E15-4506-BE22-EB240E4372F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15397" y="2335969"/>
            <a:ext cx="1635657" cy="2186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9E0FE-1831-45E1-A03B-AB7938B71A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98384" y="2335969"/>
            <a:ext cx="1518628" cy="2186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27B64-8100-4433-B5CC-8FFEAF73EF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206890" y="2335969"/>
            <a:ext cx="1518629" cy="21860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3D9F89-2F0C-4488-A36F-2E23C93AD53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166467" y="2335970"/>
            <a:ext cx="1399772" cy="21860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790BB8-0C4A-425B-970F-74469C77968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140932" y="2335969"/>
            <a:ext cx="1635657" cy="21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B2B50A-AEED-4670-8D22-148F7623D4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40032" y="2335971"/>
            <a:ext cx="1518628" cy="21860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800843-CFAA-4581-BAA2-89BCE4494BA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16013" y="2335971"/>
            <a:ext cx="1518629" cy="21860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33B3E6-5989-4075-A7E4-29F7BAEDCA5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398692" y="2335971"/>
            <a:ext cx="1518628" cy="21860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3F4211-1033-47E0-B6F3-BF0D4D8404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357352" y="2335971"/>
            <a:ext cx="1518629" cy="21860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C31F30-C89A-4D4A-8F57-DCC97D6E759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233335" y="2335971"/>
            <a:ext cx="1518630" cy="2186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C68C29-3AA6-442A-A612-190B7350C07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74674" y="2335971"/>
            <a:ext cx="1518629" cy="21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1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a function in terms of the irreducible representations of Td</a:t>
            </a:r>
          </a:p>
        </p:txBody>
      </p:sp>
    </p:spTree>
    <p:extLst>
      <p:ext uri="{BB962C8B-B14F-4D97-AF65-F5344CB8AC3E}">
        <p14:creationId xmlns:p14="http://schemas.microsoft.com/office/powerpoint/2010/main" val="262005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projected onto symmetries of Td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11A12559-32CE-4511-B4F6-BEDC8B03BA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8858" y="2351169"/>
            <a:ext cx="3314284" cy="2625535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0E2082-1216-4477-A2F8-6E12E26887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09525" y="5806048"/>
            <a:ext cx="8572951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7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EDFAA6-40A6-4BA2-B398-55460EA2EE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35" name="Picture 34" descr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1B77329-8D4C-4D1B-A7FB-84F19001CA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574217" y="2154171"/>
            <a:ext cx="1040457" cy="4371200"/>
          </a:xfrm>
          <a:prstGeom prst="rect">
            <a:avLst/>
          </a:prstGeom>
        </p:spPr>
      </p:pic>
      <p:pic>
        <p:nvPicPr>
          <p:cNvPr id="37" name="Picture 36" descr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C581E38-5F96-4FD0-9669-F084518AA6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88891" y="2154171"/>
            <a:ext cx="1159314" cy="4371200"/>
          </a:xfrm>
          <a:prstGeom prst="rect">
            <a:avLst/>
          </a:prstGeom>
        </p:spPr>
      </p:pic>
      <p:pic>
        <p:nvPicPr>
          <p:cNvPr id="39" name="Picture 38" descr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C07BF5D-FDF5-46CA-AA16-CD7BDAA99F9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22422" y="2154171"/>
            <a:ext cx="1060571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01E8376-8E4B-433C-B639-67EF8D900B5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557210" y="2154171"/>
            <a:ext cx="1060571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51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45" name="Picture 44" descr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EFE4D76-4FDC-4944-AFEA-FF56BA698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15693"/>
            <a:ext cx="1064229" cy="4371200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EBFAF4-B9E9-4451-A3FE-69EDFEA8A6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723265" y="2115693"/>
            <a:ext cx="1064229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AF9775C-961B-4327-B26E-CEBB3225E8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17012" y="2115693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C16428-4E5F-47F0-A239-56AE851EF9D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81C01F7-B0C8-49C7-A61A-A65CC4EDB08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10759" y="2115693"/>
            <a:ext cx="1064229" cy="4371200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5781B77E-0ED3-4137-935C-1F7CAE817A1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404506" y="2115693"/>
            <a:ext cx="1064229" cy="4371200"/>
          </a:xfrm>
          <a:prstGeom prst="rect">
            <a:avLst/>
          </a:prstGeom>
        </p:spPr>
      </p:pic>
      <p:pic>
        <p:nvPicPr>
          <p:cNvPr id="8" name="Picture 7" descr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DC559CA7-C106-42D4-993B-C739E9B6749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98253" y="2115693"/>
            <a:ext cx="1064229" cy="43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40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E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EDFAA6-40A6-4BA2-B398-55460EA2EE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^{2} \\&#10;\tau^{2} \\&#10;\tau     \\&#10;\tau     \\&#10;\tau     \\&#10;\tau     \\&#10;1        \\&#10;1       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E790A4D-8267-48D9-8B77-EF8126774FD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92570" y="2151787"/>
            <a:ext cx="1060571" cy="4371200"/>
          </a:xfrm>
          <a:prstGeom prst="rect">
            <a:avLst/>
          </a:prstGeom>
        </p:spPr>
      </p:pic>
      <p:pic>
        <p:nvPicPr>
          <p:cNvPr id="45" name="Picture 44" descr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     \\&#10;\tau     \\&#10;\tau^{2} \\&#10;\tau^{2} \\&#10;\tau^{2} \\&#10;\tau^{2} \\&#10;1        \\&#10;1       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508ADF8-D187-4443-914F-90165122AE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42284" y="2151787"/>
            <a:ext cx="1060571" cy="4371200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48E2ED59-53BF-4486-AA69-DEB2DD1FE8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89143" y="3500813"/>
            <a:ext cx="3314284" cy="16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85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T</a:t>
            </a:r>
            <a:r>
              <a:rPr lang="en-US" baseline="-25000" dirty="0"/>
              <a:t>1</a:t>
            </a:r>
            <a:endParaRPr lang="en-US" dirty="0"/>
          </a:p>
        </p:txBody>
      </p:sp>
      <p:pic>
        <p:nvPicPr>
          <p:cNvPr id="51" name="Picture 50" descr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AED8E6-98A3-4DCF-8987-4EF5F86D8C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27091"/>
            <a:ext cx="1064229" cy="4371200"/>
          </a:xfrm>
          <a:prstGeom prst="rect">
            <a:avLst/>
          </a:prstGeom>
        </p:spPr>
      </p:pic>
      <p:pic>
        <p:nvPicPr>
          <p:cNvPr id="57" name="Picture 56" descr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B1E06E1-2E9D-4BB1-82DD-8A6D146116B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10758" y="2127091"/>
            <a:ext cx="1064228" cy="4371200"/>
          </a:xfrm>
          <a:prstGeom prst="rect">
            <a:avLst/>
          </a:prstGeom>
        </p:spPr>
      </p:pic>
      <p:pic>
        <p:nvPicPr>
          <p:cNvPr id="53" name="Picture 52" descr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D39AC02-480F-4866-83E7-C1A9C3D6D7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23265" y="2127091"/>
            <a:ext cx="1064228" cy="4371200"/>
          </a:xfrm>
          <a:prstGeom prst="rect">
            <a:avLst/>
          </a:prstGeom>
        </p:spPr>
      </p:pic>
      <p:pic>
        <p:nvPicPr>
          <p:cNvPr id="59" name="Picture 58" descr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EEE22B8-05B3-4E98-821B-9D7234E737D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404504" y="2127091"/>
            <a:ext cx="1064229" cy="4371200"/>
          </a:xfrm>
          <a:prstGeom prst="rect">
            <a:avLst/>
          </a:prstGeom>
        </p:spPr>
      </p:pic>
      <p:pic>
        <p:nvPicPr>
          <p:cNvPr id="61" name="Picture 60" descr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689F7996-7706-4F16-AE52-926C75685A5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98251" y="2127091"/>
            <a:ext cx="1064229" cy="4371200"/>
          </a:xfrm>
          <a:prstGeom prst="rect">
            <a:avLst/>
          </a:prstGeom>
        </p:spPr>
      </p:pic>
      <p:pic>
        <p:nvPicPr>
          <p:cNvPr id="55" name="Picture 54" descr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91817A6B-2042-4E30-B403-ACDB8440CF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17011" y="2127091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C16428-4E5F-47F0-A239-56AE851EF9D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18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Transformation of symmetrized potential –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5" name="Picture 4" descr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3A1ABDB-3E8C-41DE-9ABA-4162F06A86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9518" y="2127091"/>
            <a:ext cx="1064229" cy="4371200"/>
          </a:xfrm>
          <a:prstGeom prst="rect">
            <a:avLst/>
          </a:prstGeom>
        </p:spPr>
      </p:pic>
      <p:pic>
        <p:nvPicPr>
          <p:cNvPr id="19" name="Picture 18" descr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1C6D01C-9857-4B9D-8907-043FB359DA1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510758" y="2127091"/>
            <a:ext cx="1064228" cy="4371200"/>
          </a:xfrm>
          <a:prstGeom prst="rect">
            <a:avLst/>
          </a:prstGeom>
        </p:spPr>
      </p:pic>
      <p:pic>
        <p:nvPicPr>
          <p:cNvPr id="9" name="Picture 8" descr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D235150-E1F3-469F-A7A0-A4B090DADF7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23265" y="2127091"/>
            <a:ext cx="1064228" cy="4371200"/>
          </a:xfrm>
          <a:prstGeom prst="rect">
            <a:avLst/>
          </a:prstGeom>
        </p:spPr>
      </p:pic>
      <p:pic>
        <p:nvPicPr>
          <p:cNvPr id="22" name="Picture 21" descr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2BF69C83-5B34-4FCB-BD19-7A466E5033A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404504" y="2127091"/>
            <a:ext cx="1064229" cy="4371200"/>
          </a:xfrm>
          <a:prstGeom prst="rect">
            <a:avLst/>
          </a:prstGeom>
        </p:spPr>
      </p:pic>
      <p:pic>
        <p:nvPicPr>
          <p:cNvPr id="24" name="Picture 23" descr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FB0B1DEF-B4D3-4833-8555-45D9CA5A6AD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98251" y="2127091"/>
            <a:ext cx="1064229" cy="4371200"/>
          </a:xfrm>
          <a:prstGeom prst="rect">
            <a:avLst/>
          </a:prstGeom>
        </p:spPr>
      </p:pic>
      <p:pic>
        <p:nvPicPr>
          <p:cNvPr id="15" name="Picture 14" descr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637C168-D33E-489A-9933-8E164AF65EF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17011" y="2127091"/>
            <a:ext cx="1064229" cy="4371200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6BB9654-890B-4857-AEFC-F0E5AFE85D5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991846" y="1199598"/>
            <a:ext cx="2473142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3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the effect of our operator representations onto the resolved parts of </a:t>
            </a:r>
            <a:r>
              <a:rPr lang="en-US" dirty="0"/>
              <a:t>a</a:t>
            </a:r>
            <a:r>
              <a:rPr lang="en-US" i="1" dirty="0"/>
              <a:t> function corresponding to each irreducible representation of Td</a:t>
            </a:r>
          </a:p>
        </p:txBody>
      </p:sp>
    </p:spTree>
    <p:extLst>
      <p:ext uri="{BB962C8B-B14F-4D97-AF65-F5344CB8AC3E}">
        <p14:creationId xmlns:p14="http://schemas.microsoft.com/office/powerpoint/2010/main" val="859557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30000" dirty="0"/>
              <a:t>(σ)</a:t>
            </a:r>
            <a:r>
              <a:rPr lang="en-US" dirty="0"/>
              <a:t>, and E</a:t>
            </a:r>
          </a:p>
        </p:txBody>
      </p:sp>
      <p:pic>
        <p:nvPicPr>
          <p:cNvPr id="14" name="Picture 13" descr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 title="IguanaTex Bitmap Display">
            <a:extLst>
              <a:ext uri="{FF2B5EF4-FFF2-40B4-BE49-F238E27FC236}">
                <a16:creationId xmlns:a16="http://schemas.microsoft.com/office/drawing/2014/main" id="{F7912EDD-8419-470A-9077-724E69F130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1029" y="2291341"/>
            <a:ext cx="9429943" cy="490059"/>
          </a:xfrm>
          <a:prstGeom prst="rect">
            <a:avLst/>
          </a:prstGeom>
        </p:spPr>
      </p:pic>
      <p:pic>
        <p:nvPicPr>
          <p:cNvPr id="10" name="Picture 9" descr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 title="IguanaTex Bitmap Display">
            <a:extLst>
              <a:ext uri="{FF2B5EF4-FFF2-40B4-BE49-F238E27FC236}">
                <a16:creationId xmlns:a16="http://schemas.microsoft.com/office/drawing/2014/main" id="{3D431C49-0EFA-440E-9906-F61B05EB87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77943" y="3304824"/>
            <a:ext cx="4436114" cy="30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97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3" name="Picture 12" descr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3B92A1F-364E-4634-9A6D-35A5ED96C5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75664" y="2644968"/>
            <a:ext cx="2763881" cy="2731894"/>
          </a:xfrm>
          <a:prstGeom prst="rect">
            <a:avLst/>
          </a:prstGeom>
        </p:spPr>
      </p:pic>
      <p:pic>
        <p:nvPicPr>
          <p:cNvPr id="11" name="Picture 10" descr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CBD37FC5-B6B6-4508-8F1F-83FBDDC21E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5890" y="2644970"/>
            <a:ext cx="2763885" cy="2731891"/>
          </a:xfrm>
          <a:prstGeom prst="rect">
            <a:avLst/>
          </a:prstGeom>
        </p:spPr>
      </p:pic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18A85F1F-135C-4874-9FE3-6DECF7BAF8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95434" y="2644968"/>
            <a:ext cx="2840676" cy="27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9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FF06C9E-7E27-4DC1-A827-EBFE891E7B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92200" y="2085137"/>
            <a:ext cx="2957702" cy="4189268"/>
          </a:xfrm>
          <a:prstGeom prst="rect">
            <a:avLst/>
          </a:prstGeom>
        </p:spPr>
      </p:pic>
      <p:pic>
        <p:nvPicPr>
          <p:cNvPr id="19" name="Picture 18" descr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30E0507-5AE5-428E-A452-939BCA9968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42102" y="2085137"/>
            <a:ext cx="2957697" cy="418926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074750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45.744"/>
  <p:tag name="ORIGINALWIDTH" val="11720.2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1.2pt}&#10;\multirow{3}{*}{$C_{2}$}          &amp; (x\bar{y}\bar{z}) &amp; (x\bar{y}\bar{z}) &amp; (xyz)             &amp; (\bar{x}\bar{y}z) &amp; (\bar{x}y\bar{z}) &amp; (\bar{y}\bar{z}x) &amp; (\bar{y}z\bar{x}) &amp; (y\bar{z}\bar{x}) &amp; (yzx)             &amp; (\bar{z}x\bar{y}) &amp; (zxy)             &amp; (z\bar{x}\bar{y}) &amp; (\bar{z}\bar{x}y) &amp; (x\bar{z}\bar{y}) &amp; (xzy)             &amp; (\bar{z}\bar{y}x) &amp; (z\bar{y}\bar{x}) &amp; (\bar{y}x\bar{z}) &amp; (y\bar{x}\bar{z}) &amp; (\bar{x}z\bar{y}) &amp; (\bar{x}\bar{z}y) &amp; (\bar{z}y\bar{x}) &amp; (zyx)             &amp; (yxz)             &amp; (\bar{y}\bar{x}z) \\ \cline{2-26}&#10;                                  &amp; (\bar{x}y\bar{z}) &amp; (\bar{x}y\bar{z}) &amp; (\bar{x}\bar{y}z) &amp; (xyz)             &amp; (x\bar{y}\bar{z}) &amp; (y\bar{z}\bar{x}) &amp; (yzx)             &amp; (\bar{y}\bar{z}x) &amp; (\bar{y}z\bar{x}) &amp; (\bar{z}\bar{x}y) &amp; (z\bar{x}\bar{y}) &amp; (zxy)             &amp; (\bar{z}x\bar{y}) &amp; (\bar{x}\bar{z}y) &amp; (\bar{x}z\bar{y}) &amp; (\bar{z}y\bar{x}) &amp; (zyx)             &amp; (y\bar{x}\bar{z}) &amp; (\bar{y}x\bar{z}) &amp; (xzy)             &amp; (x\bar{z}\bar{y}) &amp; (\bar{z}\bar{y}x) &amp; (z\bar{y}\bar{x}) &amp; (\bar{y}\bar{x}z) &amp; (yxz)             \\ \cline{2-26}&#10;                                  &amp; (\bar{x}\bar{y}z) &amp; (\bar{x}\bar{y}z) &amp; (\bar{x}y\bar{z}) &amp; (x\bar{y}\bar{z}) &amp; (xyz)             &amp; (\bar{y}z\bar{x}) &amp; (\bar{y}\bar{z}x) &amp; (yzx)             &amp; (y\bar{z}\bar{x}) &amp; (z\bar{x}\bar{y}) &amp; (\bar{z}\bar{x}y) &amp; (\bar{z}x\bar{y}) &amp; (zxy)             &amp; (\bar{x}z\bar{y}) &amp; (\bar{x}\bar{z}y) &amp; (z\bar{y}\bar{x}) &amp; (\bar{z}\bar{y}x) &amp; (\bar{y}\bar{x}z) &amp; (yxz)             &amp; (x\bar{z}\bar{y}) &amp; (xzy)             &amp; (zyx)             &amp; (\bar{z}y\bar{x}) &amp; (y\bar{x}\bar{z}) &amp; (\bar{y}x\bar{z}) \\ \noalign{\hrule height 1.2pt}&#10;\multirow{4}{*}{$C_{4}$}          &amp; (yzx)             &amp; (yzx)             &amp; (y\bar{z}\bar{x}) &amp; (\bar{y}z\bar{x}) &amp; (\bar{y}\bar{z}x) &amp; (zxy)             &amp; (z\bar{x}\bar{y}) &amp; (\bar{z}x\bar{y}) &amp; (\bar{z}\bar{x}y) &amp; (xyz)             &amp; (\bar{x}y\bar{z}) &amp; (\bar{x}\bar{y}z) &amp; (x\bar{y}\bar{z}) &amp; (yxz)             &amp; (y\bar{x}\bar{z}) &amp; (xzy)             &amp; (\bar{x}z\bar{y}) &amp; (zyx)             &amp; (\bar{z}\bar{y}x) &amp; (\bar{y}\bar{x}z) &amp; (\bar{y}x\bar{z}) &amp; (x\bar{z}\bar{y}) &amp; (\bar{x}\bar{z}y) &amp; (\bar{z}y\bar{x}) &amp; (z\bar{y}\bar{x}) \\ \cline{2-26}&#10;                                  &amp; (y\bar{z}\bar{x}) &amp; (y\bar{z}\bar{x}) &amp; (yzx)             &amp; (\bar{y}\bar{z}x) &amp; (\bar{y}z\bar{x}) &amp; (\bar{z}\bar{x}y) &amp; (\bar{z}x\bar{y}) &amp; (z\bar{x}\bar{y}) &amp; (zxy)             &amp; (\bar{x}y\bar{z}) &amp; (xyz)             &amp; (x\bar{y}\bar{z}) &amp; (\bar{x}\bar{y}z) &amp; (y\bar{x}\bar{z}) &amp; (yxz)             &amp; (\bar{x}\bar{z}y) &amp; (x\bar{z}\bar{y}) &amp; (\bar{z}y\bar{x}) &amp; (z\bar{y}\bar{x}) &amp; (\bar{y}x\bar{z}) &amp; (\bar{y}\bar{x}z) &amp; (\bar{x}z\bar{y}) &amp; (xzy)             &amp; (zyx)             &amp; (\bar{z}\bar{y}x) \\ \cline{2-26}&#10;                                  &amp; (\bar{y}z\bar{x}) &amp; (\bar{y}z\bar{x}) &amp; (\bar{y}\bar{z}x) &amp; (yzx)             &amp; (y\bar{z}\bar{x}) &amp; (z\bar{x}\bar{y}) &amp; (zxy)             &amp; (\bar{z}\bar{x}y) &amp; (\bar{z}x\bar{y}) &amp; (\bar{x}\bar{y}z) &amp; (x\bar{y}\bar{z}) &amp; (xyz)             &amp; (\bar{x}y\bar{z}) &amp; (\bar{y}\bar{x}z) &amp; (\bar{y}x\bar{z}) &amp; (\bar{x}z\bar{y}) &amp; (xzy)             &amp; (z\bar{y}\bar{x}) &amp; (\bar{z}y\bar{x}) &amp; (yxz)             &amp; (y\bar{x}\bar{z}) &amp; (\bar{x}\bar{z}y) &amp; (x\bar{z}\bar{y}) &amp; (\bar{z}\bar{y}x) &amp; (zyx)             \\ \cline{2-26}&#10;                                  &amp; (\bar{y}\bar{z}x) &amp; (\bar{y}\bar{z}x) &amp; (\bar{y}z\bar{x}) &amp; (y\bar{z}\bar{x}) &amp; (yzx)             &amp; (\bar{z}x\bar{y}) &amp; (\bar{z}\bar{x}y) &amp; (zxy)             &amp; (z\bar{x}\bar{y}) &amp; (x\bar{y}\bar{z}) &amp; (\bar{x}\bar{y}z) &amp; (\bar{x}y\bar{z}) &amp; (xyz)             &amp; (\bar{y}x\bar{z}) &amp; (\bar{y}\bar{x}z) &amp; (x\bar{z}\bar{y}) &amp; (\bar{x}\bar{z}y) &amp; (\bar{z}\bar{y}x) &amp; (zyx)             &amp; (y\bar{x}\bar{z}) &amp; (yxz)             &amp; (xzy)             &amp; (\bar{x}z\bar{y}) &amp; (z\bar{y}\bar{x}) &amp; (\bar{z}y\bar{x}) \\ \noalign{\hrule height 1.2pt}&#10;\multirow{4}{*}{$C_{4}^{\prime}$} &amp; (zxy)             &amp; (zxy)             &amp; (z\bar{x}\bar{y}) &amp; (\bar{z}x\bar{y}) &amp; (\bar{z}\bar{x}y) &amp; (xyz)             &amp; (x\bar{y}\bar{z}) &amp; (\bar{x}y\bar{z}) &amp; (\bar{x}\bar{y}z) &amp; (yzx)             &amp; (\bar{y}z\bar{x}) &amp; (\bar{y}\bar{z}x) &amp; (y\bar{z}\bar{x}) &amp; (zyx)             &amp; (z\bar{y}\bar{x}) &amp; (yxz)             &amp; (\bar{y}x\bar{z}) &amp; (xzy)             &amp; (\bar{x}\bar{z}y) &amp; (\bar{z}\bar{y}x) &amp; (\bar{z}y\bar{x}) &amp; (y\bar{x}\bar{z}) &amp; (\bar{y}\bar{x}z) &amp; (\bar{x}z\bar{y}) &amp; (x\bar{z}\bar{y}) \\ \cline{2-26}&#10;                                  &amp; (\bar{z}x\bar{y}) &amp; (\bar{z}x\bar{y}) &amp; (\bar{z}\bar{x}y) &amp; (zxy)             &amp; (z\bar{x}\bar{y}) &amp; (x\bar{y}\bar{z}) &amp; (xyz)             &amp; (\bar{x}\bar{y}z) &amp; (\bar{x}y\bar{z}) &amp; (\bar{y}\bar{z}x) &amp; (y\bar{z}\bar{x}) &amp; (yzx)             &amp; (\bar{y}z\bar{x}) &amp; (\bar{z}\bar{y}x) &amp; (\bar{z}y\bar{x}) &amp; (\bar{y}x\bar{z}) &amp; (yxz)             &amp; (x\bar{z}\bar{y}) &amp; (\bar{x}z\bar{y}) &amp; (zyx)             &amp; (z\bar{y}\bar{x}) &amp; (\bar{y}\bar{x}z) &amp; (y\bar{x}\bar{z}) &amp; (\bar{x}\bar{z}y) &amp; (xzy)             \\ \cline{2-26}&#10;                                  &amp; (\bar{z}\bar{x}y) &amp; (\bar{z}\bar{x}y) &amp; (\bar{z}x\bar{y}) &amp; (z\bar{x}\bar{y}) &amp; (zxy)             &amp; (\bar{x}y\bar{z}) &amp; (\bar{x}\bar{y}z) &amp; (xyz)             &amp; (x\bar{y}\bar{z}) &amp; (y\bar{z}\bar{x}) &amp; (\bar{y}\bar{z}x) &amp; (\bar{y}z\bar{x}) &amp; (yzx)             &amp; (\bar{z}y\bar{x}) &amp; (\bar{z}\bar{y}x) &amp; (y\bar{x}\bar{z}) &amp; (\bar{y}\bar{x}z) &amp; (\bar{x}\bar{z}y) &amp; (xzy)             &amp; (z\bar{y}\bar{x}) &amp; (zyx)             &amp; (yxz)             &amp; (\bar{y}x\bar{z}) &amp; (x\bar{z}\bar{y}) &amp; (\bar{x}z\bar{y}) \\ \cline{2-26}&#10;                                  &amp; (z\bar{x}\bar{y}) &amp; (z\bar{x}\bar{y}) &amp; (zxy)             &amp; (\bar{z}\bar{x}y) &amp; (\bar{z}x\bar{y}) &amp; (\bar{x}\bar{y}z) &amp; (\bar{x}y\bar{z}) &amp; (x\bar{y}\bar{z}) &amp; (xyz)             &amp; (\bar{y}z\bar{x}) &amp; (yzx)             &amp; (y\bar{z}\bar{x}) &amp; (\bar{y}\bar{z}x) &amp; (z\bar{y}\bar{x}) &amp; (zyx)             &amp; (\bar{y}\bar{x}z) &amp; (y\bar{x}\bar{z}) &amp; (\bar{x}z\bar{y}) &amp; (x\bar{z}\bar{y}) &amp; (\bar{z}y\bar{x}) &amp; (\bar{z}\bar{y}x) &amp; (\bar{y}x\bar{z}) &amp; (yxz)             &amp; (xzy)             &amp; (\bar{x}\bar{z}y) \\ \noalign{\hrule height 1.2pt}&#10;\multirow{6}{*}{$\sigma_{d}$}     &amp; (xzy)             &amp; (xzy)             &amp; (x\bar{z}\bar{y}) &amp; (\bar{x}z\bar{y}) &amp; (\bar{x}\bar{z}y) &amp; (zyx)             &amp; (z\bar{y}\bar{x}) &amp; (\bar{z}y\bar{x}) &amp; (\bar{z}\bar{y}x) &amp; (yxz)             &amp; (\bar{y}x\bar{z}) &amp; (\bar{y}\bar{x}z) &amp; (y\bar{x}\bar{z}) &amp; (xyz)             &amp; (x\bar{y}\bar{z}) &amp; (yzx)             &amp; (\bar{y}z\bar{x}) &amp; (zxy)             &amp; (\bar{z}\bar{x}y) &amp; (\bar{x}\bar{y}z) &amp; (\bar{x}y\bar{z}) &amp; (y\bar{z}\bar{x}) &amp; (\bar{y}\bar{z}x) &amp; (\bar{z}x\bar{y}) &amp; (z\bar{x}\bar{y}) \\ \cline{2-26}&#10;                                  &amp; (x\bar{z}\bar{y}) &amp; (x\bar{z}\bar{y}) &amp; (xzy)             &amp; (\bar{x}\bar{z}y) &amp; (\bar{x}z\bar{y}) &amp; (\bar{z}\bar{y}x) &amp; (\bar{z}y\bar{x}) &amp; (z\bar{y}\bar{x}) &amp; (zyx)             &amp; (\bar{y}x\bar{z}) &amp; (yxz)             &amp; (y\bar{x}\bar{z}) &amp; (\bar{y}\bar{x}z) &amp; (x\bar{y}\bar{z}) &amp; (xyz)             &amp; (\bar{y}\bar{z}x) &amp; (y\bar{z}\bar{x}) &amp; (\bar{z}x\bar{y}) &amp; (z\bar{x}\bar{y}) &amp; (\bar{x}y\bar{z}) &amp; (\bar{x}\bar{y}z) &amp; (\bar{y}z\bar{x}) &amp; (yzx)             &amp; (zxy)             &amp; (\bar{z}\bar{x}y) \\ \cline{2-26}&#10;                                  &amp; (zyx)             &amp; (zyx)             &amp; (z\bar{y}\bar{x}) &amp; (\bar{z}y\bar{x}) &amp; (\bar{z}\bar{y}x) &amp; (yxz)             &amp; (y\bar{x}\bar{z}) &amp; (\bar{y}x\bar{z}) &amp; (\bar{y}\bar{x}z) &amp; (xzy)             &amp; (\bar{x}z\bar{y}) &amp; (\bar{x}\bar{z}y) &amp; (x\bar{z}\bar{y}) &amp; (zxy)             &amp; (z\bar{x}\bar{y}) &amp; (xyz)             &amp; (\bar{x}y\bar{z}) &amp; (yzx)             &amp; (\bar{y}\bar{z}x) &amp; (\bar{z}\bar{x}y) &amp; (\bar{z}x\bar{y}) &amp; (x\bar{y}\bar{z}) &amp; (\bar{x}\bar{y}z) &amp; (\bar{y}z\bar{x}) &amp; (y\bar{z}\bar{x}) \\ \cline{2-26}&#10;                                  &amp; (\bar{z}y\bar{x}) &amp; (\bar{z}y\bar{x}) &amp; (\bar{z}\bar{y}x) &amp; (zyx)             &amp; (z\bar{y}\bar{x}) &amp; (y\bar{x}\bar{z}) &amp; (yxz)             &amp; (\bar{y}\bar{x}z) &amp; (\bar{y}x\bar{z}) &amp; (\bar{x}\bar{z}y) &amp; (x\bar{z}\bar{y}) &amp; (xzy)             &amp; (\bar{x}z\bar{y}) &amp; (\bar{z}\bar{x}y) &amp; (\bar{z}x\bar{y}) &amp; (\bar{x}y\bar{z}) &amp; (xyz)             &amp; (y\bar{z}\bar{x}) &amp; (\bar{y}z\bar{x}) &amp; (zxy)             &amp; (z\bar{x}\bar{y}) &amp; (\bar{x}\bar{y}z) &amp; (x\bar{y}\bar{z}) &amp; (\bar{y}\bar{z}x) &amp; (yzx)             \\ \cline{2-26}&#10;                                  &amp; (yxz)             &amp; (yxz)             &amp; (y\bar{x}\bar{z}) &amp; (\bar{y}x\bar{z}) &amp; (\bar{y}\bar{x}z) &amp; (xzy)             &amp; (x\bar{z}\bar{y}) &amp; (\bar{x}z\bar{y}) &amp; (\bar{x}\bar{z}y) &amp; (zyx)             &amp; (\bar{z}y\bar{x}) &amp; (\bar{z}\bar{y}x) &amp; (z\bar{y}\bar{x}) &amp; (yzx)             &amp; (y\bar{z}\bar{x}) &amp; (zxy)             &amp; (\bar{z}x\bar{y}) &amp; (xyz)             &amp; (\bar{x}\bar{y}z) &amp; (\bar{y}\bar{z}x) &amp; (\bar{y}z\bar{x}) &amp; (z\bar{x}\bar{y}) &amp; (\bar{z}\bar{x}y) &amp; (\bar{x}y\bar{z}) &amp; (x\bar{y}\bar{z}) \\ \cline{2-26}&#10;                                  &amp; (\bar{y}\bar{x}z) &amp; (\bar{y}\bar{x}z) &amp; (\bar{y}x\bar{z}) &amp; (y\bar{x}\bar{z}) &amp; (yxz)             &amp; (\bar{x}z\bar{y}) &amp; (\bar{x}\bar{z}y) &amp; (xzy)             &amp; (x\bar{z}\bar{y}) &amp; (z\bar{y}\bar{x}) &amp; (\bar{z}\bar{y}x) &amp; (\bar{z}y\bar{x}) &amp; (zyx)             &amp; (\bar{y}z\bar{x}) &amp; (\bar{y}\bar{z}x) &amp; (z\bar{x}\bar{y}) &amp; (\bar{z}\bar{x}y) &amp; (\bar{x}\bar{y}z) &amp; (xyz)             &amp; (y\bar{z}\bar{x}) &amp; (yzx)             &amp; (zxy)             &amp; (\bar{z}x\bar{y}) &amp; (x\bar{y}\bar{z}) &amp; (\bar{x}y\bar{z}) \\ \noalign{\hrule height 1.2pt}&#10;\multirow{6}{*}{$S_{4}$}          &amp; (\bar{x}\bar{z}y) &amp; (\bar{x}\bar{z}y) &amp; (\bar{x}z\bar{y}) &amp; (x\bar{z}\bar{y}) &amp; (xzy)             &amp; (\bar{z}y\bar{x}) &amp; (\bar{z}\bar{y}x) &amp; (zyx)             &amp; (z\bar{y}\bar{x}) &amp; (y\bar{x}\bar{z}) &amp; (\bar{y}\bar{x}z) &amp; (\bar{y}x\bar{z}) &amp; (yxz)             &amp; (\bar{x}y\bar{z}) &amp; (\bar{x}\bar{y}z) &amp; (y\bar{z}\bar{x}) &amp; (\bar{y}\bar{z}x) &amp; (\bar{z}\bar{x}y) &amp; (zxy)             &amp; (x\bar{y}\bar{z}) &amp; (xyz)             &amp; (yzx)             &amp; (\bar{y}z\bar{x}) &amp; (z\bar{x}\bar{y}) &amp; (\bar{z}x\bar{y}) \\ \cline{2-26}&#10;                                  &amp; (\bar{x}z\bar{y}) &amp; (\bar{x}z\bar{y}) &amp; (\bar{x}\bar{z}y) &amp; (xzy)             &amp; (x\bar{z}\bar{y}) &amp; (z\bar{y}\bar{x}) &amp; (zyx)             &amp; (\bar{z}\bar{y}x) &amp; (\bar{z}y\bar{x}) &amp; (\bar{y}\bar{x}z) &amp; (y\bar{x}\bar{z}) &amp; (yxz)             &amp; (\bar{y}x\bar{z}) &amp; (\bar{x}\bar{y}z) &amp; (\bar{x}y\bar{z}) &amp; (\bar{y}z\bar{x}) &amp; (yzx)             &amp; (z\bar{x}\bar{y}) &amp; (\bar{z}x\bar{y}) &amp; (xyz)             &amp; (x\bar{y}\bar{z}) &amp; (\bar{y}\bar{z}x) &amp; (y\bar{z}\bar{x}) &amp; (\bar{z}\bar{x}y) &amp; (zxy)             \\ \cline{2-26}&#10;                                  &amp; (z\bar{y}\bar{x}) &amp; (z\bar{y}\bar{x}) &amp; (zyx)             &amp; (\bar{z}\bar{y}x) &amp; (\bar{z}y\bar{x}) &amp; (\bar{y}\bar{x}z) &amp; (\bar{y}x\bar{z}) &amp; (y\bar{x}\bar{z}) &amp; (yxz)             &amp; (\bar{x}z\bar{y}) &amp; (xzy)             &amp; (x\bar{z}\bar{y}) &amp; (\bar{x}\bar{z}y) &amp; (z\bar{x}\bar{y}) &amp; (zxy)             &amp; (\bar{x}\bar{y}z) &amp; (x\bar{y}\bar{z}) &amp; (\bar{y}z\bar{x}) &amp; (y\bar{z}\bar{x}) &amp; (\bar{z}x\bar{y}) &amp; (\bar{z}\bar{x}y) &amp; (\bar{x}y\bar{z}) &amp; (xyz)             &amp; (yzx)             &amp; (\bar{y}\bar{z}x) \\ \cline{2-26}&#10;                                  &amp; (\bar{z}\bar{y}x) &amp; (\bar{z}\bar{y}x) &amp; (\bar{z}y\bar{x}) &amp; (z\bar{y}\bar{x}) &amp; (zyx)             &amp; (\bar{y}x\bar{z}) &amp; (\bar{y}\bar{x}z) &amp; (yxz)             &amp; (y\bar{x}\bar{z}) &amp; (x\bar{z}\bar{y}) &amp; (\bar{x}\bar{z}y) &amp; (\bar{x}z\bar{y}) &amp; (xzy)             &amp; (\bar{z}x\bar{y}) &amp; (\bar{z}\bar{x}y) &amp; (x\bar{y}\bar{z}) &amp; (\bar{x}\bar{y}z) &amp; (\bar{y}\bar{z}x) &amp; (yzx)             &amp; (z\bar{x}\bar{y}) &amp; (zxy)             &amp; (xyz)             &amp; (\bar{x}y\bar{z}) &amp; (y\bar{z}\bar{x}) &amp; (\bar{y}z\bar{x}) \\ \cline{2-26}&#10;                                  &amp; (\bar{y}x\bar{z}) &amp; (\bar{y}x\bar{z}) &amp; (\bar{y}\bar{x}z) &amp; (yxz)             &amp; (y\bar{x}\bar{z}) &amp; (x\bar{z}\bar{y}) &amp; (xzy)             &amp; (\bar{x}\bar{z}y) &amp; (\bar{x}z\bar{y}) &amp; (\bar{z}\bar{y}x) &amp; (z\bar{y}\bar{x}) &amp; (zyx)             &amp; (\bar{z}y\bar{x}) &amp; (\bar{y}\bar{z}x) &amp; (\bar{y}z\bar{x}) &amp; (\bar{z}x\bar{y}) &amp; (zxy)             &amp; (x\bar{y}\bar{z}) &amp; (\bar{x}y\bar{z}) &amp; (yzx)             &amp; (y\bar{z}\bar{x}) &amp; (\bar{z}\bar{x}y) &amp; (z\bar{x}\bar{y}) &amp; (\bar{x}\bar{y}z) &amp; (xyz)             \\ \cline{2-26}&#10;                                  &amp; (y\bar{x}\bar{z}) &amp; (y\bar{x}\bar{z}) &amp; (yxz)             &amp; (\bar{y}\bar{x}z) &amp; (\bar{y}x\bar{z}) &amp; (\bar{x}\bar{z}y) &amp; (\bar{x}z\bar{y}) &amp; (x\bar{z}\bar{y}) &amp; (xzy)             &amp; (\bar{z}y\bar{x}) &amp; (zyx)             &amp; (z\bar{y}\bar{x}) &amp; (\bar{z}\bar{y}x) &amp; (y\bar{z}\bar{x}) &amp; (yzx)             &amp; (\bar{z}\bar{x}y) &amp; (z\bar{x}\bar{y}) &amp; (\bar{x}y\bar{z}) &amp; (x\bar{y}\bar{z}) &amp; (\bar{y}z\bar{x}) &amp; (\bar{y}\bar{z}x) &amp; (\bar{z}x\bar{y}) &amp; (zxy)             &amp; (xyz)             &amp; (\bar{x}\bar{y}z) \\ \cline{2-26} &#10;\noalign{\hrule height 2pt}&#10;\end{tabular}&#10;\end{equation*}&#10;&#10;\end{document}"/>
  <p:tag name="IGUANATEXSIZE" val="10"/>
  <p:tag name="IGUANATEXCURSOR" val="718"/>
  <p:tag name="TRANSPARENCY" val="False"/>
  <p:tag name="FILENAME" val=""/>
  <p:tag name="LATEXENGINEID" val="0"/>
  <p:tag name="TEMPFOLDER" val="C:\iguanatex\"/>
  <p:tag name="LATEXFORMHEIGHT" val="777"/>
  <p:tag name="LATEXFORMWIDTH" val="1722"/>
  <p:tag name="LATEXFORMWRAP" val="Fals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45.744"/>
  <p:tag name="ORIGINALWIDTH" val="11720.2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!{\vrule width 2pt}CC!{\vrule width 3pt}C!{\vrule width 1.5pt}C|C|C!{\vrule width 1.5pt}C|C|C|C!{\vrule width 1.5pt}C|C|C|C!{\vrule width 1.5pt}C|C|C|C|C|C!{\vrule width 1.5pt}C|C|C|C|C|C!{\vrule width 2pt}}&#10;\noalign{\hrule height 2pt}&#10;\multicolumn{2}{!{\vrule width 2pt}C!{\vrule width 3pt}}{} &amp; &#10;                                                        E     &amp; \multicolumn{3}{C!{\vrule width 1.5pt}}{C_{2}}            &amp; \multicolumn{4}{C!{\vrule width 1.5pt}}{C_{3}}                                &amp; \multicolumn{4}{C!{\vrule width 1.5pt}}{C_{3}^{\prime}}                       &amp; \multicolumn{6}{C!{\vrule width 1.5pt}}{\sigma_{d}}                                                                   &amp; \multicolumn{6}{C!{\vrule width 2pt}}{S_{4}} \\&#10;\multicolumn{2}{!{\vrule width 2pt}C!{\vrule width 3pt}}{} &amp;&#10;                                                        (xyz)             &amp; (x\bar{y}\bar{z}) &amp; (\bar{x}y\bar{z}) &amp; (\bar{x}\bar{y}z) &amp; (yzx)             &amp; (y\bar{z}\bar{x}) &amp; (\bar{y}z\bar{x}) &amp; (\bar{y}\bar{z}x) &amp; (zxy)             &amp; (\bar{z}x\bar{y}) &amp; (\bar{z}\bar{x}y) &amp; (z\bar{x}\bar{y}) &amp; (xzy)             &amp; (x\bar{z}\bar{y}) &amp; (zyx)             &amp; (\bar{z}y\bar{x}) &amp; (yxz)             &amp; (\bar{y}\bar{x}z) &amp; (\bar{x}\bar{z}y) &amp; (\bar{x}z\bar{y}) &amp; (z\bar{y}\bar{x}) &amp; (\bar{z}\bar{y}x) &amp; (\bar{y}x\bar{z}) &amp; (y\bar{x}\bar{z}) \\ \noalign{\hrule height 3pt}&#10;E                                 &amp; (xyz)             &amp; 1                 &amp; 2                 &amp; 3                 &amp; 4                 &amp; 5                 &amp; 6                 &amp; 7                 &amp; 8                 &amp; 9                 &amp; 10                &amp; 11                &amp; 12                &amp; 13                &amp; 14                &amp; 15                &amp; 16                &amp; 17                &amp; 18                &amp; 19                &amp; 20                &amp; 21                &amp; 22                &amp; 23                &amp; 24                \\ \noalign{\hrule height 1.2pt}&#10;\multirow{3}{*}{$C_{2}$}          &amp; (x\bar{y}\bar{z}) &amp; 2                 &amp; 1                 &amp; 4                 &amp; 3                 &amp; 8                 &amp; 7                 &amp; 6                 &amp; 5                 &amp; 10                &amp; 9                 &amp; 12                &amp; 11                &amp; 14                &amp; 13                &amp; 22                &amp; 21                &amp; 23                &amp; 24                &amp; 20                &amp; 19                &amp; 16                &amp; 15                &amp; 17                &amp; 18                \\ \cline{2-26}&#10;                                  &amp; (\bar{x}y\bar{z}) &amp; 3                 &amp; 4                 &amp; 1                 &amp; 2                 &amp; 6                 &amp; 5                 &amp; 8                 &amp; 7                 &amp; 11                &amp; 12                &amp; 9                 &amp; 10                &amp; 19                &amp; 20                &amp; 16                &amp; 15                &amp; 24                &amp; 23                &amp; 13                &amp; 14                &amp; 22                &amp; 21                &amp; 18                &amp; 17                \\ \cline{2-26}&#10;                                  &amp; (\bar{x}\bar{y}z) &amp; 4                 &amp; 3                 &amp; 2                 &amp; 1                 &amp; 7                 &amp; 8                 &amp; 5                 &amp; 6                 &amp; 12                &amp; 11                &amp; 10                &amp; 9                 &amp; 20                &amp; 19                &amp; 21                &amp; 22                &amp; 18                &amp; 17                &amp; 14                &amp; 13                &amp; 15                &amp; 16                &amp; 24                &amp; 23                \\ \noalign{\hrule height 1.2pt}&#10;\multirow{4}{*}{$C_{4}$}          &amp; (yzx)             &amp; 5                 &amp; 6                 &amp; 7                 &amp; 8                 &amp; 9                 &amp; 12                &amp; 10                &amp; 11                &amp; 1                 &amp; 3                 &amp; 4                 &amp; 2                 &amp; 17                &amp; 24                &amp; 13                &amp; 20                &amp; 15                &amp; 22                &amp; 18                &amp; 23                &amp; 14                &amp; 19                &amp; 16                &amp; 21                \\ \cline{2-26}&#10;                                  &amp; (y\bar{z}\bar{x}) &amp; 6                 &amp; 5                 &amp; 8                 &amp; 7                 &amp; 11                &amp; 10                &amp; 12                &amp; 9                 &amp; 3                 &amp; 1                 &amp; 2                 &amp; 4                 &amp; 24                &amp; 17                &amp; 19                &amp; 14                &amp; 16                &amp; 21                &amp; 23                &amp; 18                &amp; 20                &amp; 13                &amp; 15                &amp; 22                \\ \cline{2-26}&#10;                                  &amp; (\bar{y}z\bar{x}) &amp; 7                 &amp; 8                 &amp; 5                 &amp; 6                 &amp; 12                &amp; 9                 &amp; 11                &amp; 10                &amp; 4                 &amp; 2                 &amp; 1                 &amp; 3                 &amp; 18                &amp; 23                &amp; 20                &amp; 13                &amp; 21                &amp; 16                &amp; 17                &amp; 24                &amp; 19                &amp; 14                &amp; 22                &amp; 15                \\ \cline{2-26}&#10;                                  &amp; (\bar{y}\bar{z}x) &amp; 8                 &amp; 7                 &amp; 6                 &amp; 5                 &amp; 10                &amp; 11                &amp; 9                 &amp; 12                &amp; 2                 &amp; 4                 &amp; 3                 &amp; 1                 &amp; 23                &amp; 18                &amp; 14                &amp; 19                &amp; 22                &amp; 15                &amp; 24                &amp; 17                &amp; 13                &amp; 20                &amp; 21                &amp; 16                \\ \noalign{\hrule height 1.2pt}&#10;\multirow{4}{*}{$C_{4}^{\prime}$} &amp; (zxy)             &amp; 9                 &amp; 12                &amp; 10                &amp; 11                &amp; 1                 &amp; 2                 &amp; 3                 &amp; 4                 &amp; 5                 &amp; 7                 &amp; 8                 &amp; 6                 &amp; 15                &amp; 21                &amp; 17                &amp; 23                &amp; 13                &amp; 19                &amp; 22                &amp; 16                &amp; 24                &amp; 18                &amp; 20                &amp; 14                \\ \cline{2-26}&#10;                                  &amp; (\bar{z}x\bar{y}) &amp; 10                &amp; 11                &amp; 9                 &amp; 12                &amp; 2                 &amp; 1                 &amp; 4                 &amp; 3                 &amp; 8                 &amp; 6                 &amp; 5                 &amp; 7                 &amp; 22                &amp; 16                &amp; 23                &amp; 17                &amp; 14                &amp; 20                &amp; 15                &amp; 21                &amp; 18                &amp; 24                &amp; 19                &amp; 13                \\ \cline{2-26}&#10;                                  &amp; (\bar{z}\bar{x}y) &amp; 11                &amp; 10                &amp; 12                &amp; 9                 &amp; 3                 &amp; 4                 &amp; 1                 &amp; 2                 &amp; 6                 &amp; 8                 &amp; 7                 &amp; 5                 &amp; 16                &amp; 22                &amp; 24                &amp; 18                &amp; 19                &amp; 13                &amp; 21                &amp; 15                &amp; 17                &amp; 23                &amp; 14                &amp; 20                \\ \cline{2-26}&#10;                                  &amp; (z\bar{x}\bar{y}) &amp; 12                &amp; 9                 &amp; 11                &amp; 10                &amp; 4                 &amp; 3                 &amp; 2                 &amp; 1                 &amp; 7                 &amp; 5                 &amp; 6                 &amp; 8                 &amp; 21                &amp; 15                &amp; 18                &amp; 24                &amp; 20                &amp; 14                &amp; 16                &amp; 22                &amp; 23                &amp; 17                &amp; 13                &amp; 19                \\ \noalign{\hrule height 1.2pt}&#10;\multirow{6}{*}{$\sigma_{d}$}     &amp; (xzy)             &amp; 13                &amp; 14                &amp; 20                &amp; 19                &amp; 15                &amp; 21                &amp; 16                &amp; 22                &amp; 17                &amp; 23                &amp; 18                &amp; 24                &amp; 1                 &amp; 2                 &amp; 5                 &amp; 7                 &amp; 9                 &amp; 11                &amp; 4                 &amp; 3                 &amp; 6                 &amp; 8                 &amp; 10                &amp; 12                \\ \cline{2-26}&#10;                                  &amp; (x\bar{z}\bar{y}) &amp; 14                &amp; 13                &amp; 19                &amp; 20                &amp; 22                &amp; 16                &amp; 21                &amp; 15                &amp; 23                &amp; 17                &amp; 24                &amp; 18                &amp; 2                 &amp; 1                 &amp; 8                 &amp; 6                 &amp; 10                &amp; 12                &amp; 3                 &amp; 4                 &amp; 7                 &amp; 5                 &amp; 9                 &amp; 11                \\ \cline{2-26}&#10;                                  &amp; (zyx)             &amp; 15                &amp; 21                &amp; 16                &amp; 22                &amp; 17                &amp; 24                &amp; 23                &amp; 18                &amp; 13                &amp; 20                &amp; 19                &amp; 14                &amp; 9                 &amp; 12                &amp; 1                 &amp; 3                 &amp; 5                 &amp; 8                 &amp; 11                &amp; 10                &amp; 2                 &amp; 4                 &amp; 7                 &amp; 6                 \\ \cline{2-26}&#10;                                  &amp; (\bar{z}y\bar{x}) &amp; 16                &amp; 22                &amp; 15                &amp; 21                &amp; 24                &amp; 17                &amp; 18                &amp; 23                &amp; 19                &amp; 14                &amp; 13                &amp; 20                &amp; 11                &amp; 10                &amp; 3                 &amp; 1                 &amp; 6                 &amp; 7                 &amp; 9                 &amp; 12                &amp; 4                 &amp; 2                 &amp; 8                 &amp; 5                 \\ \cline{2-26}&#10;                                  &amp; (yxz)             &amp; 17                &amp; 24                &amp; 23                &amp; 18                &amp; 13                &amp; 14                &amp; 20                &amp; 19                &amp; 15                &amp; 16                &amp; 22                &amp; 21                &amp; 5                 &amp; 6                 &amp; 9                 &amp; 10                &amp; 1                 &amp; 4                 &amp; 8                 &amp; 7                 &amp; 12                &amp; 11                &amp; 3                 &amp; 2                 \\ \cline{2-26}&#10;                                  &amp; (\bar{y}\bar{x}z) &amp; 18                &amp; 23                &amp; 24                &amp; 17                &amp; 20                &amp; 19                &amp; 13                &amp; 14                &amp; 21                &amp; 22                &amp; 16                &amp; 15                &amp; 7                 &amp; 8                 &amp; 12                &amp; 11                &amp; 4                 &amp; 1                 &amp; 6                 &amp; 5                 &amp; 9                 &amp; 10                &amp; 2                 &amp; 3                 \\ \noalign{\hrule height 1.2pt}&#10;\multirow{6}{*}{$S_{4}$}          &amp; (\bar{x}\bar{z}y) &amp; 19                &amp; 20                &amp; 14                &amp; 13                &amp; 16                &amp; 22                &amp; 15                &amp; 21                &amp; 24                &amp; 18                &amp; 23                &amp; 17                &amp; 3                 &amp; 4                 &amp; 6                 &amp; 8                 &amp; 11                &amp; 9                 &amp; 2                 &amp; 1                 &amp; 5                 &amp; 7                 &amp; 12                &amp; 10                \\ \cline{2-26}&#10;                                  &amp; (\bar{x}z\bar{y}) &amp; 20                &amp; 19                &amp; 13                &amp; 14                &amp; 21                &amp; 15                &amp; 22                &amp; 16                &amp; 18                &amp; 24                &amp; 17                &amp; 23                &amp; 4                 &amp; 3                 &amp; 7                 &amp; 5                 &amp; 12                &amp; 10                &amp; 1                 &amp; 2                 &amp; 8                 &amp; 6                 &amp; 11                &amp; 9                 \\ \cline{2-26}&#10;                                  &amp; (z\bar{y}\bar{x}) &amp; 21                &amp; 15                &amp; 22                &amp; 16                &amp; 18                &amp; 23                &amp; 24                &amp; 17                &amp; 20                &amp; 13                &amp; 14                &amp; 19                &amp; 12                &amp; 9                 &amp; 4                 &amp; 2                 &amp; 7                 &amp; 6                 &amp; 10                &amp; 11                &amp; 3                 &amp; 1                 &amp; 5                 &amp; 8                 \\ \cline{2-26}&#10;                                  &amp; (\bar{z}\bar{y}x) &amp; 22                &amp; 16                &amp; 21                &amp; 15                &amp; 23                &amp; 18                &amp; 17                &amp; 24                &amp; 14                &amp; 29                &amp; 20                &amp; 13                &amp; 10                &amp; 11                &amp; 2                 &amp; 4                 &amp; 8                 &amp; 5                 &amp; 12                &amp; 9                 &amp; 1                 &amp; 3                 &amp; 6                 &amp; 7                 \\ \cline{2-26}&#10;                                  &amp; (\bar{y}x\bar{z}) &amp; 23                &amp; 18                &amp; 17                &amp; 24                &amp; 14                &amp; 13                &amp; 19                &amp; 20                &amp; 22                &amp; 21                &amp; 15                &amp; 16                &amp; 8                 &amp; 7                 &amp; 10                &amp; 9                 &amp; 2                 &amp; 3                 &amp; 5                 &amp; 6                 &amp; 11                &amp; 12                &amp; 4                 &amp; 1                 \\ \cline{2-26}&#10;                                  &amp; (y\bar{x}\bar{z}) &amp; 24                &amp; 17                &amp; 18                &amp; 23                &amp; 19                &amp; 20                &amp; 14                &amp; 13                &amp; 16                &amp; 15                &amp; 21                &amp; 22                &amp; 6                 &amp; 5                 &amp; 11                &amp; 12                &amp; 3                 &amp; 2                 &amp; 7                 &amp; 8                 &amp; 10                &amp; 9                 &amp; 1                 &amp; 4                 \\ \cline{2-26} &#10;\noalign{\hrule height 2pt}&#10;\end{tabular}&#10;\end{equation*}&#10;&#10;\end{document}"/>
  <p:tag name="IGUANATEXSIZE" val="10"/>
  <p:tag name="IGUANATEXCURSOR" val="718"/>
  <p:tag name="TRANSPARENCY" val="False"/>
  <p:tag name="FILENAME" val=""/>
  <p:tag name="LATEXENGINEID" val="0"/>
  <p:tag name="TEMPFOLDER" val="C:\iguanatex\"/>
  <p:tag name="LATEXFORMHEIGHT" val="536.25"/>
  <p:tag name="LATEXFORMWIDTH" val="1722"/>
  <p:tag name="LATEXFORMWRAP" val="Fals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08.999"/>
  <p:tag name="ORIGINALWIDTH" val="6125.234"/>
  <p:tag name="OUTPUTTYPE" val="PNG"/>
  <p:tag name="IGUANATEXVERSION" val="159"/>
  <p:tag name="LATEXADDIN" val="\documentclass{article}&#10;\usepackage{amsmath,amssymb,bm,array}&#10;\pagestyle{empty}&#10;&#10;\newcolumntype{C}{&gt;{$}c&lt;{$}}&#10;\DeclareMathOperator{\atan}{atan}&#10;&#10;\begin{document}&#10;&#10;\begin{equation*}&#10;\begin{tabular}{!{\vrule width 2pt}C!{\vrule width 1pt}C!{\vrule width 3pt}C!{\vrule width 1pt}C!{\vrule width 2pt}}&#10;\noalign{\hrule height 2pt}&#10; 1 &amp; (xyz)             &amp;       \theta &amp;       \phi \\&#10; 2 &amp; (x\bar{y}\bar{z}) &amp; \pi - \theta &amp;      -\phi \\ &#10; 3 &amp; (\bar{x}y\bar{z}) &amp; \pi - \theta &amp; \pi - \phi \\ &#10; 4 &amp; (\bar{x}\bar{y}z) &amp;       \theta &amp; \pi + \phi \\&#10;\noalign{\hrule height 1.2pt}&#10; 5 &amp; (yzx)             &amp; \theta_{yzx} = \atan\left(\sqrt{\cos\left(\theta\right)^{2}+\sin\left(\theta\right)^{2}\sin\left(\phi\right)^{2}}, \sin\left(\theta\right)\cos\left(\phi\right)\right) &amp; \phi_{yzx} = \atan\left( \cos\left(\theta\right), \sin\left(\theta\right)\sin\left(\phi\right) \right) \\&#10; 6 &amp; (y\bar{z}\bar{x}) &amp;                                                                                                                                                     \pi - \theta_{yzx} &amp;                                                                                           - \phi_{yzx} \\&#10; 7 &amp; (\bar{y}z\bar{x}) &amp;                                                                                                                                                     \pi - \theta_{yzx} &amp;                                                                                       \pi - \phi_{yzx} \\&#10; 8 &amp; (\bar{y}\bar{z}x) &amp;                                                                                                                                                         - \theta_{yzx} &amp;                                                                                             \phi_{yzx} \\&#10;\noalign{\hrule height 1.2pt}&#10; 9 &amp; (zxy)             &amp; \theta_{zxy} = \atan\left(\sqrt{\cos\left(\theta\right)^{2}+\sin\left(\theta\right)^{2}\cos\left(\phi\right)^{2}}, \sin\left(\theta\right)\sin\left(\phi\right)\right) &amp; \phi_{zxy} = \atan\left( \sin\left(\theta\right)\cos\left(\phi\right), \cos\left(\theta\right) \right) \\&#10;10 &amp; (\bar{z}x\bar{y}) &amp;                                                                                                                                                     \pi - \theta_{zxy} &amp;                                                                                       \pi - \phi_{zxy} \\&#10;11 &amp; (\bar{z}\bar{x}y) &amp;                                                                                                                                                         - \theta_{zxy} &amp;                                                                                             \phi_{zxy} \\&#10;12 &amp; (z\bar{x}\bar{y}) &amp;                                                                                                                                                     \pi - \theta_{zxy} &amp;                                                                                           - \phi_{zxy} \\&#10;\noalign{\hrule height 1.2pt}&#10;13 &amp; (xzy)             &amp;                                                                                                                                                           \theta_{zxy} &amp;                                                                             \frac{\pi}{2} - \phi_{zxy} \\&#10;14 &amp; (x\bar{z}\bar{y}) &amp;                                                                                                                                                     \pi - \theta_{zxy} &amp;                                                                           - \frac{\pi}{2} + \phi_{zxy} \\&#10;19 &amp; (\bar{x}\bar{z}y) &amp;                                                                                                                                                         - \theta_{zxy} &amp;                                                                             \frac{\pi}{2} - \phi_{zxy} \\&#10;20 &amp; (\bar{x}z\bar{y}) &amp;                                                                                                                                                     \pi - \theta_{zxy} &amp;                                                                             \frac{\pi}{2} + \phi_{zxy} \\&#10;\noalign{\hrule height 1.2pt}&#10;15 &amp; (zyx)             &amp;                                                                                                                                                           \theta_{yzx} &amp;                                                                             \frac{\pi}{2} - \phi_{yzx} \\&#10;16 &amp; (\bar{z}y\bar{x}) &amp;                                                                                                                                                     \pi - \theta_{yzx} &amp;                                                                             \frac{\pi}{2} + \phi_{yzx} \\&#10;21 &amp; (z\bar{y}\bar{x}) &amp;                                                                                                                                                     \pi - \theta_{yzx} &amp;                                                                           - \frac{\pi}{2} + \phi_{yzx} \\&#10;22 &amp; (\bar{z}\bar{y}x) &amp;                                                                                                                                                         - \theta_{yzx} &amp;                                                                             \frac{\pi}{2} - \phi_{yzx} \\&#10;\noalign{\hrule height 1.2pt}&#10;17 &amp; (yxz)             &amp;                                                                                                                                                           \theta &amp;                                                                                         \frac{\pi}{2} - \phi \\&#10;18 &amp; (\bar{y}\bar{x}z) &amp;                                                                                                                                                           \theta &amp;                                                                                       - \frac{\pi}{2} - \phi \\&#10;23 &amp; (\bar{y}x\bar{z}) &amp;                                                                                                                                                     \pi - \theta &amp;                                                                                         \frac{\pi}{2} + \phi \\&#10;24 &amp; (y\bar{x}\bar{z}) &amp;                                                                                                                                                     \pi - \theta &amp;                                                                                       - \frac{\pi}{2} + \phi \\&#10;\noalign{\hrule height 2pt}&#10;\end{tabular}&#10;\end{equation*}&#10;&#10;\end{document}"/>
  <p:tag name="IGUANATEXSIZE" val="12"/>
  <p:tag name="IGUANATEXCURSOR" val="6085"/>
  <p:tag name="TRANSPARENCY" val="True"/>
  <p:tag name="FILENAME" val=""/>
  <p:tag name="LATEXENGINEID" val="0"/>
  <p:tag name="TEMPFOLDER" val="C:\iguanatex\"/>
  <p:tag name="LATEXFORMHEIGHT" val="463"/>
  <p:tag name="LATEXFORMWIDTH" val="1264"/>
  <p:tag name="LATEXFORMWRAP" val="Fals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8.624"/>
  <p:tag name="ORIGINALWIDTH" val="4077.24"/>
  <p:tag name="LATEXADDIN" val="\documentclass{article}&#10;\usepackage{amsmath,amssymb,bm,array}&#10;\pagestyle{empty}&#10;&#10;\newcolumntype{C}{&gt;{$}c&lt;{$}}&#10;&#10;\begin{document}&#10;&#10;\begin{equation*}&#10;\begin{tabular}{!{\vrule width 2pt}C!{\vrule width 3pt}C|C|C|C|C!{\vrule width 2pt}}&#10;\noalign{\hrule height 2pt}&#10;       &amp; A_{1} &amp; A_{2} &amp;             E &amp;               T_{1} &amp;               T_{2} \\ \noalign{\hrule height 3pt}&#10; A_{1} &amp; A_{1} &amp; A_{2} &amp;             E &amp;               T_{1} &amp;               T_{2} \\ \noalign{\hrule height .5pt}&#10; A_{2} &amp; A_{2} &amp; A_{1} &amp;             E &amp;               T_{1} &amp;               T_{2} \\ \noalign{\hrule height .5pt}&#10;     E &amp;     E &amp;     E &amp; A_{1}+A_{2}+E &amp;         T_{1}+T_{2} &amp;         T_{1}+T_{2} \\ \noalign{\hrule height .5pt}&#10; T_{1} &amp; T_{1} &amp; T_{2} &amp;   T_{1}+T_{2} &amp; A_{1}+E+T_{1}+T_{2} &amp; A_{2}+E+T_{1}+T_{2} \\ \noalign{\hrule height .5pt}&#10; T_{2} &amp; T_{2} &amp; T_{1} &amp;   T_{1}+T_{2} &amp; A_{2}+E+T_{1}+T_{2} &amp; A_{1}+E+T_{1}+T_{2} \\ \noalign{\hrule height 2pt}&#10;\end{tabular}&#10;\end{equation*}&#10;&#10;\end{document}"/>
  <p:tag name="IGUANATEXSIZE" val="16"/>
  <p:tag name="IGUANATEXCURSOR" val="830"/>
  <p:tag name="TRANSPARENCY" val="False"/>
  <p:tag name="FILENAME" val=""/>
  <p:tag name="LATEXENGINEID" val="0"/>
  <p:tag name="TEMPFOLDER" val="c:\temp\"/>
  <p:tag name="LATEXFORMHEIGHT" val="536.25"/>
  <p:tag name="LATEXFORMWIDTH" val="1306.5"/>
  <p:tag name="LATEXFORMWRAP" val="Fals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703.412"/>
  <p:tag name="LATEXADDIN" val="\documentclass{article}&#10;\usepackage{amsmath,bm,physics,array,multirow}&#10;\pagestyle{empty}&#10;&#10;\newcolumntype{C}{&gt;{$}c&lt;{$}}&#10;&#10;\begin{document}&#10;&#10;\begin{equation*}&#10;\left\{&#10;(xyz),&#10;(x\bar{y}\bar{z}),&#10;(\bar{x}y\bar{z}),&#10;(\bar{x}\bar{y}z)&#10;(yzx),&#10;(y\bar{z}\bar{x}),&#10;(\bar{y}z\bar{x}),&#10;(\bar{y}\bar{z}x),&#10;(zxy),&#10;(\bar{z}x\bar{y}),&#10;(\bar{z}\bar{x}y),&#10;(z\bar{x}\bar{y}),&#10;(xzy),&#10;(x\bar{z}\bar{y}),&#10;(zyx),&#10;(\bar{z}y\bar{x}),&#10;(yxz),&#10;(\bar{y}\bar{x}z),&#10;(\bar{x}\bar{z}y),&#10;(\bar{x}z\bar{y}),&#10;(z\bar{y}\bar{x}),&#10;(\bar{z}\bar{y}x),&#10;(\bar{y}x\bar{z}),&#10;(y\bar{x}\bar{z})&#10;\right\}&#10;\Rightarrow&#10;1&#10;\end{equation*}&#10;&#10;\end{document}"/>
  <p:tag name="IGUANATEXSIZE" val="12"/>
  <p:tag name="IGUANATEXCURSOR" val="155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961"/>
  <p:tag name="ORIGINALWIDTH" val="4629.921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\Rightarrow&#10;1&#10;\\&#10;\left\{&#10;(xzy),&#10;(x\bar{z}\bar{y}),&#10;(zyx),&#10;(\bar{z}y\bar{x}),&#10;(yxz),&#10;(\bar{y}\bar{x}z),&#10;(\bar{x}\bar{z}y),&#10;(\bar{x}z\bar{y}),&#10;(z\bar{y}\bar{x}),&#10;(\bar{z}\bar{y}x),&#10;(\bar{y}x\bar{z}),&#10;(y\bar{x}\bar{z})&#10;\right\}&#10;\Rightarrow&#10;-1&#10;\end{gather*}&#10;&#10;\end{document}"/>
  <p:tag name="IGUANATEXSIZE" val="12"/>
  <p:tag name="IGUANATEXCURSOR" val="616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41.995"/>
  <p:tag name="ORIGINALWIDTH" val="2138.733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&#10;\right\}&#10;\Rightarrow&#10;\begin{pmatrix}&#10;1 &amp; 0 \\&#10;0 &amp; 1 \\&#10;\end{pmatrix}&#10;\\&#10;\left\{&#10;(yzx),&#10;(y\bar{z}\bar{x}),&#10;(\bar{y}z\bar{x}),&#10;(\bar{y}\bar{z}x)&#10;\right\}&#10;\Rightarrow&#10;\begin{pmatrix}&#10;\tau^{2} &amp; 0    \\&#10;0        &amp; \tau \\&#10;\end{pmatrix}&#10;\\&#10;\left\{&#10;(zxy),&#10;(\bar{z}x\bar{y}),&#10;(\bar{z}\bar{x}y),&#10;(z\bar{x}\bar{y})&#10;\right\}&#10;\Rightarrow&#10;\begin{pmatrix}&#10;\tau &amp; 0        \\&#10;0    &amp; \tau^{2} \\&#10;\end{pmatrix}&#10;\\&#10;\left\{&#10;(xzy),&#10;(x\bar{z}\bar{y}),&#10;(\bar{x}\bar{z}y),&#10;(\bar{x}z\bar{y})&#10;\right\}&#10;\Rightarrow&#10;\begin{pmatrix}&#10;0        &amp; \tau \\&#10;\tau^{2} &amp; 0        \\&#10;\end{pmatrix}&#10;\\&#10;\left\{&#10;(zyx),&#10;(\bar{z}y\bar{x}),&#10;(z\bar{y}\bar{x}),&#10;(\bar{z}\bar{y}x)&#10;\right\}&#10;\Rightarrow&#10;\begin{pmatrix}&#10;0    &amp; \tau^{2} \\&#10;\tau &amp; 0    \\&#10;\end{pmatrix}&#10;\\&#10;\left\{&#10;(yxz),&#10;(\bar{y}\bar{x}z),&#10;(\bar{y}x\bar{z}),&#10;(y\bar{x}\bar{z})&#10;\right\}&#10;\Rightarrow&#10;\begin{pmatrix}&#10;0 &amp; 1 \\&#10;1 &amp; 0 \\&#10;\end{pmatrix}&#10;\end{gather*}&#10;&#10;\end{document}"/>
  <p:tag name="IGUANATEXSIZE" val="12"/>
  <p:tag name="IGUANATEXCURSOR" val="913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yz) &amp;&#10;\begin{pmatrix}&#10; 1 &amp;  0 &amp;  0 \\&#10; 0 &amp;  1 &amp;  0 \\&#10; 0 &amp;  0 &amp;  1 \\&#10;\end{pmatrix}&#10;\\&#10;(x\bar{y}\bar{z}) &amp;&#10;\begin{pmatrix}&#10; 1 &amp;  0 &amp;  0 \\&#10; 0 &amp; -1 &amp;  0 \\&#10; 0 &amp;  0 &amp; -1 \\&#10;\end{pmatrix}&#10;\\&#10;(\bar{x}y\bar{z}) &amp;&#10;\begin{pmatrix}&#10;-1 &amp;  0 &amp;  0 \\&#10; 0 &amp;  1 &amp;  0 \\&#10; 0 &amp;  0 &amp; -1 \\&#10;\end{pmatrix}&#10;\\&#10;(\bar{x}\bar{y}z) &amp;&#10;\begin{pmatrix}&#10;-1 &amp;  0 &amp;  0 \\&#10; 0 &amp; -1 &amp;  0 \\&#10; 0 &amp;  0 &amp;  1 \\&#10;\end{pmatrix}&#10;\\&#10;\end{tabular}&#10;\end{equation*}&#10;&#10;\end{document}"/>
  <p:tag name="IGUANATEXSIZE" val="12"/>
  <p:tag name="IGUANATEXCURSOR" val="53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341.582"/>
  <p:tag name="LATEXADDIN" val="\documentclass{article}&#10;\usepackage{amsmath,bm,physics,array,multirow}&#10;\pagestyle{empty}&#10;&#10;\newcolumntype{C}{&gt;{$}c&lt;{$}}&#10;&#10;\begin{document}&#10;&#10;\begin{equation*}&#10;\begin{tabular}{CC}&#10;(xzy) &amp;&#10;\begin{pmatrix}&#10;-1 &amp;  0 &amp;  0 \\&#10; 0 &amp;  0 &amp; -1 \\&#10; 0 &amp; -1 &amp;  0 \\&#10;\end{pmatrix}&#10;\\&#10;(x\bar{z}\bar{y}) &amp;&#10;\begin{pmatrix}&#10;-1 &amp;  0 &amp;  0 \\&#10; 0 &amp;  0 &amp;  1 \\&#10; 0 &amp;  1 &amp;  0 \\&#10;\end{pmatrix}&#10;\\&#10;(zyx) &amp;&#10;\begin{pmatrix}&#10; 0 &amp;  0 &amp; -1 \\&#10; 0 &amp; -1 &amp;  0 \\&#10;-1 &amp;  0 &amp;  0 \\&#10;\end{pmatrix}&#10;\\&#10;(\bar{z}y\bar{x}) &amp;&#10;\begin{pmatrix}&#10; 0 &amp;  0 &amp;  1 \\&#10; 0 &amp; -1 &amp;  0 \\&#10; 1 &amp;  0 &amp;  0 \\&#10;\end{pmatrix}&#10;\\&#10;\end{tabular}&#10;\end{equation*}&#10;&#10;\end{document}"/>
  <p:tag name="IGUANATEXSIZE" val="12"/>
  <p:tag name="IGUANATEXCURSOR" val="51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zx) &amp;&#10;\begin{pmatrix}&#10; 0 &amp;  0 &amp;  1 \\&#10; 1 &amp;  0 &amp;  0 \\&#10; 0 &amp;  1 &amp;  0 \\&#10;\end{pmatrix}&#10;\\&#10;(y\bar{z}\bar{x}) &amp;&#10;\begin{pmatrix}&#10; 0 &amp; 0  &amp; -1  \\&#10; 1 &amp; 0  &amp; 0 \\&#10; 0 &amp; -1 &amp; 0  \\&#10;\end{pmatrix}&#10;\\&#10;(\bar{y}z\bar{x}) &amp;&#10;\begin{pmatrix}&#10; 0 &amp;  0 &amp; -1 \\&#10;-1 &amp;  0 &amp;  0 \\&#10; 0 &amp;  1 &amp;  0 \\&#10;\end{pmatrix}&#10;\\&#10;(\bar{y}\bar{z}x) &amp;&#10;\begin{pmatrix}&#10; 0 &amp;  0 &amp;  1 \\&#10;-1 &amp;  0 &amp;  0 \\&#10; 0 &amp; -1 &amp;  0 \\&#10;\end{pmatrix}&#10;\\&#10;\end{tabular}&#10;\end{equation*}&#10;&#10;\end{document}"/>
  <p:tag name="IGUANATEXSIZE" val="12"/>
  <p:tag name="IGUANATEXCURSOR" val="611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xy) &amp;&#10;\begin{pmatrix}&#10; 0 &amp;  1 &amp;  0 \\&#10; 0 &amp;  0 &amp;  1 \\&#10; 1 &amp;  0 &amp;  0 \\&#10;\end{pmatrix}&#10;\\&#10;(\bar{z}x\bar{y}) &amp;&#10;\begin{pmatrix}&#10; 0 &amp;  1 &amp;  0 \\&#10; 0 &amp;  0 &amp; -1 \\&#10;-1 &amp;  0 &amp;  0 \\&#10;\end{pmatrix}&#10;\\&#10;(\bar{z}\bar{x}y) &amp;&#10;\begin{pmatrix}&#10; 0 &amp; -1 &amp;  0 \\&#10; 0 &amp;  0 &amp;  1 \\&#10;-1 &amp;  0 &amp;  0 \\&#10;\end{pmatrix}&#10;\\&#10;(z\bar{x}\bar{y}) &amp;&#10;\begin{pmatrix}&#10; 0 &amp; -1 &amp;  0 \\&#10; 0 &amp;  0 &amp; -1 \\&#10; 1 &amp;  0 &amp;  0 \\&#10;\end{pmatrix}&#10;\\&#10;\end{tabular}&#10;\end{equation*}&#10;&#10;\end{document}"/>
  <p:tag name="IGUANATEXSIZE" val="12"/>
  <p:tag name="IGUANATEXCURSOR" val="542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148.106"/>
  <p:tag name="LATEXADDIN" val="\documentclass{article}&#10;\usepackage{amsmath,bm,physics,array,multirow}&#10;\pagestyle{empty}&#10;&#10;\newcolumntype{C}{&gt;{$}c&lt;{$}}&#10;&#10;\begin{document}&#10;&#10;\begin{equation*}&#10;\begin{tabular}{CC}&#10;(z\bar{y}\bar{x}) &amp;&#10;\begin{pmatrix}&#10; 0 &amp;  0 &amp;  1 \\&#10; 0 &amp;  1 &amp;  0 \\&#10;-1 &amp;  0 &amp;  0 \\&#10;\end{pmatrix}&#10;\\&#10;(\bar{z}\bar{y}x) &amp;&#10;\begin{pmatrix}&#10; 0 &amp;  0 &amp; -1 \\&#10; 0 &amp;  1 &amp;  0 \\&#10; 1 &amp;  0 &amp;  0 \\&#10;\end{pmatrix}&#10;\\&#10;(\bar{y}x\bar{z}) &amp;&#10;\begin{pmatrix}&#10; 0 &amp; -1 &amp;  0 \\&#10; 1 &amp;  0 &amp;  0 \\&#10; 0 &amp;  0 &amp;  1 \\&#10;\end{pmatrix}&#10;\\&#10;(y\bar{x}\bar{z}) &amp;&#10;\begin{pmatrix}&#10; 0 &amp;  1 &amp;  0 \\&#10;-1 &amp;  0 &amp;  0 \\&#10; 0 &amp;  0 &amp;  1 \\&#10;\end{pmatrix}&#10;\\&#10;\end{tabular}&#10;\end{equation*}&#10;&#10;\end{document}"/>
  <p:tag name="IGUANATEXSIZE" val="12"/>
  <p:tag name="IGUANATEXCURSOR" val="521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341.582"/>
  <p:tag name="LATEXADDIN" val="\documentclass{article}&#10;\usepackage{amsmath,bm,physics,array,multirow}&#10;\pagestyle{empty}&#10;&#10;\newcolumntype{C}{&gt;{$}c&lt;{$}}&#10;&#10;\begin{document}&#10;&#10;\begin{equation*}&#10;\begin{tabular}{CC}&#10;(yxz) &amp;&#10;\begin{pmatrix}&#10; 0 &amp; -1 &amp;  0 \\&#10;-1 &amp;  0 &amp;  0 \\&#10; 0 &amp;  0 &amp; -1 \\&#10;\end{pmatrix}&#10;\\&#10;(\bar{y}\bar{x}z) &amp;&#10;\begin{pmatrix}&#10; 0 &amp;  1 &amp;  0 \\&#10; 1 &amp;  0 &amp;  0 \\&#10; 0 &amp;  0 &amp; -1 \\&#10;\end{pmatrix}&#10;\\&#10;(\bar{x}\bar{z}y) &amp;&#10;\begin{pmatrix}&#10; 1 &amp;  0 &amp;  0 \\&#10; 0 &amp;  0 &amp; -1 \\&#10; 0 &amp;  1 &amp;  0 \\&#10;\end{pmatrix}&#10;\\&#10;(\bar{x}z\bar{y}) &amp;&#10;\begin{pmatrix}&#10; 1 &amp;  0 &amp;  0 \\&#10; 0 &amp;  0 &amp;  1 \\&#10; 0 &amp; -1 &amp;  0 \\&#10;\end{pmatrix}&#10;\\&#10;\end{tabular}&#10;\end{equation*}&#10;&#10;\end{document}"/>
  <p:tag name="IGUANATEXSIZE" val="12"/>
  <p:tag name="IGUANATEXCURSOR" val="515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yz) &amp;&#10;\begin{pmatrix}&#10; 1 &amp;  0 &amp;  0 \\&#10; 0 &amp;  1 &amp;  0 \\&#10; 1 &amp;  0 &amp;  1 \\&#10;\end{pmatrix}&#10;\\&#10;(x\bar{y}\bar{z}) &amp;&#10;\begin{pmatrix}&#10; 1 &amp;  0 &amp;  0 \\&#10; 0 &amp; -1 &amp;  0 \\&#10; 1 &amp;  0 &amp; -1 \\&#10;\end{pmatrix}&#10;\\&#10;(\bar{x}y\bar{z}) &amp;&#10;\begin{pmatrix}&#10;-1 &amp;  0 &amp;  0 \\&#10; 0 &amp;  1 &amp;  0 \\&#10; 1 &amp;  0 &amp; -1 \\&#10;\end{pmatrix}&#10;\\&#10;(\bar{x}\bar{y}z) &amp;&#10;\begin{pmatrix}&#10;-1 &amp;  0 &amp;  0 \\&#10; 0 &amp; -1 &amp;  0 \\&#10; 0 &amp;  0 &amp;  1 \\&#10;\end{pmatrix}&#10;\\&#10;\end{tabular}&#10;\end{equation*}&#10;&#10;\end{document}"/>
  <p:tag name="IGUANATEXSIZE" val="12"/>
  <p:tag name="IGUANATEXCURSOR" val="53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xzy) &amp;&#10;\begin{pmatrix}&#10; 1 &amp;  0 &amp;  0 \\&#10; 0 &amp;  0 &amp;  1 \\&#10; 0 &amp;  1 &amp;  0 \\&#10;\end{pmatrix}&#10;\\&#10;(x\bar{z}\bar{y}) &amp;&#10;\begin{pmatrix}&#10; 1 &amp;  0 &amp;  0 \\&#10; 0 &amp;  0 &amp; -1 \\&#10; 0 &amp; -1 &amp;  0 \\&#10;\end{pmatrix}&#10;\\&#10;(zyx) &amp;&#10;\begin{pmatrix}&#10; 0 &amp;  0 &amp;  1 \\&#10; 0 &amp;  1 &amp;  0 \\&#10; 1 &amp;  0 &amp;  0 \\&#10;\end{pmatrix}&#10;\\&#10;(\bar{z}y\bar{x}) &amp;&#10;\begin{pmatrix}&#10; 0 &amp;  0 &amp; -1 \\&#10; 0 &amp;  1 &amp;  0 \\&#10;-1 &amp;  0 &amp;  0 \\&#10;\end{pmatrix}&#10;\\&#10;\end{tabular}&#10;\end{equation*}&#10;&#10;\end{document}"/>
  <p:tag name="IGUANATEXSIZE" val="12"/>
  <p:tag name="IGUANATEXCURSOR" val="277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zx) &amp;&#10;\begin{pmatrix}&#10; 0 &amp;  0 &amp;  1 \\&#10; 1 &amp;  0 &amp;  0 \\&#10; 0 &amp;  1 &amp;  0 \\&#10;\end{pmatrix}&#10;\\&#10;(y\bar{z}\bar{x}) &amp;&#10;\begin{pmatrix}&#10; 0 &amp;  0 &amp; -1 \\&#10; 1 &amp;  0 &amp;  0 \\&#10; 0 &amp; -1 &amp;  0 \\&#10;\end{pmatrix}&#10;\\&#10;(\bar{y}z\bar{x}) &amp;&#10;\begin{pmatrix}&#10; 0 &amp;  0 &amp; -1 \\&#10;-1 &amp;  0 &amp;  0 \\&#10; 0 &amp;  1 &amp;  0 \\&#10;\end{pmatrix}&#10;\\&#10;(\bar{y}\bar{z}x) &amp;&#10;\begin{pmatrix}&#10; 0 &amp;  0 &amp;  1 \\&#10;-1 &amp;  0 &amp;  0 \\&#10; 0 &amp; -1 &amp;  0 \\&#10;\end{pmatrix}&#10;\\&#10;\end{tabular}&#10;\end{equation*}&#10;&#10;\end{document}"/>
  <p:tag name="IGUANATEXSIZE" val="12"/>
  <p:tag name="IGUANATEXCURSOR" val="228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xy) &amp;&#10;\begin{pmatrix}&#10; 0 &amp;  1 &amp;  0 \\&#10; 0 &amp;  0 &amp;  1 \\&#10; 1 &amp;  0 &amp;  0 \\&#10;\end{pmatrix}&#10;\\&#10;(\bar{z}x\bar{y}) &amp;&#10;\begin{pmatrix}&#10; 0 &amp;  1 &amp;  0 \\&#10; 0 &amp;  0 &amp; -1 \\&#10;-1 &amp;  0 &amp;  0 \\&#10;\end{pmatrix}&#10;\\&#10;(\bar{z}\bar{x}y) &amp;&#10;\begin{pmatrix}&#10; 0 &amp; -1 &amp;  0 \\&#10; 0 &amp;  0 &amp;  1 \\&#10;-1 &amp;  0 &amp;  0 \\&#10;\end{pmatrix}&#10;\\&#10;(z\bar{x}\bar{y}) &amp;&#10;\begin{pmatrix}&#10; 0 &amp; -1 &amp;  0 \\&#10; 0 &amp;  0 &amp; -1 \\&#10; 1 &amp;  0 &amp;  0 \\&#10;\end{pmatrix}&#10;\\&#10;\end{tabular}&#10;\end{equation*}&#10;&#10;\end{document}"/>
  <p:tag name="IGUANATEXSIZE" val="12"/>
  <p:tag name="IGUANATEXCURSOR" val="212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z\bar{y}\bar{x}) &amp;&#10;\begin{pmatrix}&#10; 0 &amp;  0 &amp; -1 \\&#10; 0 &amp; -1 &amp;  0 \\&#10; 1 &amp;  0 &amp;  0\\&#10;\end{pmatrix}&#10;\\&#10;(\bar{z}\bar{y}x) &amp;&#10;\begin{pmatrix}&#10; 0 &amp;  0 &amp;  1 \\&#10; 0 &amp; -1 &amp;  0 \\&#10;-1 &amp;  0 &amp;  1 \\&#10;\end{pmatrix}&#10;\\&#10;(\bar{y}x\bar{z}) &amp;&#10;\begin{pmatrix}&#10; 0 &amp;  1 &amp;  0 \\&#10;-1 &amp;  0 &amp;  0 \\&#10; 0 &amp;  0 &amp; -1 \\&#10;\end{pmatrix}&#10;\\&#10;(y\bar{x}\bar{z}) &amp;&#10;\begin{pmatrix}&#10; 0 &amp; -1 &amp;  0 \\&#10; 1 &amp;  0 &amp;  0 \\&#10; 0 &amp;  0 &amp; -1 \\&#10;\end{pmatrix}&#10;\\&#10;\end{tabular}&#10;\end{equation*}&#10;&#10;\end{document}"/>
  <p:tag name="IGUANATEXSIZE" val="12"/>
  <p:tag name="IGUANATEXCURSOR" val="11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1245.594"/>
  <p:tag name="LATEXADDIN" val="\documentclass{article}&#10;\usepackage{amsmath,bm,physics,array,multirow}&#10;\pagestyle{empty}&#10;&#10;\newcolumntype{C}{&gt;{$}c&lt;{$}}&#10;&#10;\begin{document}&#10;&#10;\begin{equation*}&#10;\begin{tabular}{CC}&#10;(yxz) &amp;&#10;\begin{pmatrix}&#10; 0 &amp;  1 &amp;  0 \\&#10; 1 &amp;  0 &amp;  0 \\&#10; 0 &amp;  0 &amp;  1 \\&#10;\end{pmatrix}&#10;\\&#10;(\bar{y}\bar{x}z) &amp;&#10;\begin{pmatrix}&#10; 0 &amp; -1 &amp;  0 \\&#10;-1 &amp;  0 &amp;  0 \\&#10; 0 &amp;  0 &amp;  1 \\&#10;\end{pmatrix}&#10;\\&#10;(\bar{x}\bar{z}y) &amp;&#10;\begin{pmatrix}&#10;-1 &amp;  0 &amp;  0 \\&#10; 0 &amp;  0 &amp;  1 \\&#10; 0 &amp; -1 &amp;  0 \\&#10;\end{pmatrix}&#10;\\&#10;(\bar{x}z\bar{y}) &amp;&#10;\begin{pmatrix}&#10;-1 &amp;  0 &amp;  0 \\&#10; 0 &amp;  0 &amp; -1 \\&#10; 0 &amp;  1 &amp;  0 \\&#10;\end{pmatrix}&#10;\\&#10;\end{tabular}&#10;\end{equation*}&#10;&#10;\end{document}"/>
  <p:tag name="IGUANATEXSIZE" val="12"/>
  <p:tag name="IGUANATEXCURSOR" val="479"/>
  <p:tag name="TRANSPARENCY" val="True"/>
  <p:tag name="FILENAME" val=""/>
  <p:tag name="LATEXENGINEID" val="0"/>
  <p:tag name="TEMPFOLDER" val="c:\temp\"/>
  <p:tag name="LATEXFORMHEIGHT" val="536.25"/>
  <p:tag name="LATEXFORMWIDTH" val="1018.5"/>
  <p:tag name="LATEXFORMWRAP" val="Fals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2.089"/>
  <p:tag name="ORIGINALWIDTH" val="1631.046"/>
  <p:tag name="OUTPUTTYPE" val="PNG"/>
  <p:tag name="IGUANATEXVERSION" val="159"/>
  <p:tag name="LATEXADDIN" val="\documentclass{article}&#10;\usepackage{amsmath,bm,eufrak}&#10;\pagestyle{empty}&#10;\begin{document}&#10;&#10;\begin{align*}&#10;f&#10;&amp;=&#10;\sum_{j \in \Gamma\left(T_{d}\right)}&#10;\sum_{\kappa = 1}^{l_{j}}&#10;f^{(j)}_{\kappa\kappa}&#10;\\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/>
  <p:tag name="IGUANATEXSIZE" val="20"/>
  <p:tag name="IGUANATEXCURSOR" val="4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218.973"/>
  <p:tag name="OUTPUTTYPE" val="PNG"/>
  <p:tag name="IGUANATEXVERSION" val="159"/>
  <p:tag name="LATEXADDIN" val="\documentclass{article}&#10;\usepackage{amsmath,bm,eufrak}&#10;\pagestyle{empty}&#10;\begin{document}&#10;&#10;\begin{align*}&#10;f&#10;&amp;=&#10;f^{\left(A_{1}\right)}&#10;+&#10;f^{\left(A_{2}\right)}&#10;+&#10;f^{\left(E\right)}_{11}&#10;+&#10;f^{\left(E\right)}_{22}&#10;+&#10;f^{\left(T_{1}\right)}_{x}&#10;+&#10;f^{\left(T_{1}\right)}_{y}&#10;+&#10;f^{\left(T_{1}\right)}_{z}&#10;+&#10;f^{\left(T_{2}\right)}_{x}&#10;+&#10;f^{\left(T_{2}\right)}_{y}&#10;+&#10;f^{\left(T_{2}\right)}_{z}&#10;\\&#10;\end{align*}&#10;&#10;\end{document}"/>
  <p:tag name="IGUANATEXSIZE" val="20"/>
  <p:tag name="IGUANATEXCURSOR" val="4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53.3933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/>
  <p:tag name="IGUANATEXSIZE" val="12"/>
  <p:tag name="IGUANATEXCURSOR" val="206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950.8811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/>
  <p:tag name="IGUANATEXSIZE" val="12"/>
  <p:tag name="IGUANATEXCURSOR" val="322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/>
  <p:tag name="IGUANATEXSIZE" val="12"/>
  <p:tag name="IGUANATEXCURSOR" val="2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/>
  <p:tag name="IGUANATEXSIZE" val="12"/>
  <p:tag name="IGUANATEXCURSOR" val="1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^{2} \\&#10;\tau^{2} \\&#10;\tau     \\&#10;\tau     \\&#10;\tau     \\&#10;\tau     \\&#10;1        \\&#10;1        \\&#10;1        \\&#10;1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     \\&#10;\tau     \\&#10;\tau^{2} \\&#10;\tau^{2} \\&#10;\tau^{2} \\&#10;\tau^{2} \\&#10;1        \\&#10;1        \\&#10;1        \\&#10;1        \\&#10;\end{pmatrix}&#10;\end{equation*}&#10;&#10;\end{document}"/>
  <p:tag name="IGUANATEXSIZE" val="12"/>
  <p:tag name="IGUANATEXCURSOR" val="368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3.3971"/>
  <p:tag name="ORIGINALWIDTH" val="1631.046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frac{l_{j}}{h}&#10;\sum_{\hat{R}\in T_{d}}&#10;\left(\Gamma_{\hat{R}}^{(j)}\right)_{\lambda\kappa}^{*}&#10;f_{\hat{R}}&#10;\\&#10;\left(f^{(j)}_{\lambda\kappa}\right)_{\hat{P}}&#10;&amp;=&#10;\sum_{\mu = 1}^{l_{j}}&#10;\left(\Gamma_{\hat{P}}^{(j)}\right)_{\mu\lambda}&#10;f^{(j)}_{\mu\kappa}&#10;\\&#10;\end{align*}&#10;&#10;\end{document}"/>
  <p:tag name="IGUANATEXSIZE" val="20"/>
  <p:tag name="IGUANATEXCURSOR" val="1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17.098"/>
  <p:tag name="OUTPUTTYPE" val="PNG"/>
  <p:tag name="IGUANATEXVERSION" val="159"/>
  <p:tag name="LATEXADDIN" val="\documentclass{article}&#10;\usepackage{amsmath,bm,eufrak}&#10;\pagestyle{empty}&#10;\begin{document}&#10;&#10;\begin{align*}&#10;f^{(j)}_{\lambda\kappa}&#10;&amp;=&#10;\sum_{\hat{R}\in T_{d}}&#10;\left(\mathfrak{p}_{\lambda\kappa}^{(j)}\right)_{\hat{R}}&#10;f_{\hat{R}}&#10;\\&#10;\end{align*}&#10;&#10;\end{document}"/>
  <p:tag name="IGUANATEXSIZE" val="20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7734.533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align*}&#10;&amp;&#10;\left\{&#10; (1:xyz),&#10; (2:x\bar{y}\bar{z}),&#10; (3:\bar{x}y\bar{z}),&#10; (4:\bar{x}\bar{y}z),&#10; (5:yzx),&#10; (6:y\bar{z}\bar{x}),&#10; (7:\bar{y}z\bar{x}),&#10; (8:\bar{y}\bar{z}x),&#10; (9:zxy),&#10;(10:\bar{z}x\bar{y}),&#10;(11:\bar{z}\bar{x}y),&#10;(12:z\bar{x}\bar{y})&#10;\right\}&#10;&amp; \Rightarrow &amp;&#10;U^{\left(A^{\left(\sigma\right)}\right)}&#10;\\&#10;&amp;&#10;\left\{&#10;(13:xzy),&#10;(14:x\bar{z}\bar{y}),&#10;(15:zyx),&#10;(16:\bar{z}y\bar{x}),&#10;(17:yxz),&#10;(18:\bar{y}\bar{x}z),&#10;(19:\bar{x}\bar{z}y),&#10;(20:\bar{x}z\bar{y}),&#10;(21:z\bar{y}\bar{x}),&#10;(22:\bar{z}\bar{y}x),&#10;(23:\bar{y}x\bar{z}),&#10;(24:y\bar{x}\bar{z})&#10;\right\}&#10;&amp; \Rightarrow &amp;&#10;\sigma U^{\left(A^{\left(\sigma\right)}\right)}&#10;\end{align*}&#10;&#10;\end{document}"/>
  <p:tag name="IGUANATEXSIZE" val="12"/>
  <p:tag name="IGUANATEXCURSOR" val="720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9.689"/>
  <p:tag name="ORIGINALWIDTH" val="3638.54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/>
  <p:tag name="IGUANATEXSIZE" val="12"/>
  <p:tag name="IGUANATEXCURSOR" val="132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\\\&#10;(8: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/>
  <p:tag name="IGUANATEXSIZE" val="12"/>
  <p:tag name="IGUANATEXCURSOR" val="664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/>
  <p:tag name="IGUANATEXSIZE" val="12"/>
  <p:tag name="IGUANATEXCURSOR" val="85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329.95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/>
  <p:tag name="IGUANATEXSIZE" val="12"/>
  <p:tag name="IGUANATEXCURSOR" val="66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5:zyx)&#10;&amp; \Rightarrow &amp;&#10;\sigma&#10;\begin{pmatrix}&#10;U_{x,3} &amp; U_{y,3} &amp; U_{z}\\&#10;U_{x,2} &amp; U_{y}   &amp; U_{z,2}\\&#10;U_{x}   &amp; U_{y,1} &amp;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17:yxz)&#10;&amp; \Rightarrow &amp;&#10;\sigma&#10;\begin{pmatrix}&#10;U_{x,2} &amp; U_{y}   &amp; U_{z,2}\\&#10;U_{x}   &amp; U_{y,1} &amp; U_{z,1}\\&#10;U_{x,3} &amp; U_{y,3} &amp; 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/>
  <p:tag name="IGUANATEXSIZE" val="12"/>
  <p:tag name="IGUANATEXCURSOR" val="124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6.071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(21:z\bar{y}\bar{x})&#10;&amp; \Rightarrow &amp;&#10;\sigma&#10;\begin{pmatrix}&#10; U_{x,3} &amp;  U_{y,3} &amp;  U_{z}\\&#10;-U_{x,2} &amp; -U_{y}   &amp; -U_{z,2}\\&#10;-U_{x}   &amp; -U_{y,1} &amp; -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/>
  <p:tag name="IGUANATEXSIZE" val="12"/>
  <p:tag name="IGUANATEXCURSOR" val="1063"/>
  <p:tag name="TRANSPARENCY" val="True"/>
  <p:tag name="FILENAME" val=""/>
  <p:tag name="LATEXENGINEID" val="0"/>
  <p:tag name="TEMPFOLDER" val="C:\iguanatex\"/>
  <p:tag name="LATEXFORMHEIGHT" val="570.75"/>
  <p:tag name="LATEXFORMWIDTH" val="1018.5"/>
  <p:tag name="LATEXFORMWRAP" val="Fals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85761</TotalTime>
  <Words>202</Words>
  <Application>Microsoft Office PowerPoint</Application>
  <PresentationFormat>Widescreen</PresentationFormat>
  <Paragraphs>40</Paragraphs>
  <Slides>20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</vt:lpstr>
      <vt:lpstr>Gill Sans MT</vt:lpstr>
      <vt:lpstr>LucidaGrande</vt:lpstr>
      <vt:lpstr>UB Powerpoint Template</vt:lpstr>
      <vt:lpstr>Multiplication table of Td</vt:lpstr>
      <vt:lpstr>Multiplication table for Td by coordinate transformations</vt:lpstr>
      <vt:lpstr>Multiplication table for Td by operator index</vt:lpstr>
      <vt:lpstr>Effect of Td operations on solid angle coordinates</vt:lpstr>
      <vt:lpstr>Products of representations expressed as sums of representations</vt:lpstr>
      <vt:lpstr>Our REPRESENTATION OF TD</vt:lpstr>
      <vt:lpstr>Matrix representation of Td – A1, A2, and E</vt:lpstr>
      <vt:lpstr>Matrix representation of Td – T1</vt:lpstr>
      <vt:lpstr>Matrix representation of Td – T2</vt:lpstr>
      <vt:lpstr>GROUP THEORY</vt:lpstr>
      <vt:lpstr>Function projected onto symmetries of Td</vt:lpstr>
      <vt:lpstr>Symmetrized potential – A1, A2, and E</vt:lpstr>
      <vt:lpstr>Symmetrized potential – T1 and T2</vt:lpstr>
      <vt:lpstr>Transformation of symmetrized potential – E</vt:lpstr>
      <vt:lpstr>Transformation of symmetrized potential – T1</vt:lpstr>
      <vt:lpstr>Transformation of symmetrized potential – T2</vt:lpstr>
      <vt:lpstr>GROUP OPERATIONS</vt:lpstr>
      <vt:lpstr>Matrix representation of Td – A(σ), and E</vt:lpstr>
      <vt:lpstr>Matrix representation of Td – T(σ)</vt:lpstr>
      <vt:lpstr>Matrix representation of Td – T(σ)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3451</cp:revision>
  <cp:lastPrinted>2016-07-18T17:32:49Z</cp:lastPrinted>
  <dcterms:created xsi:type="dcterms:W3CDTF">2016-06-28T14:05:07Z</dcterms:created>
  <dcterms:modified xsi:type="dcterms:W3CDTF">2025-07-11T03:20:45Z</dcterms:modified>
  <cp:category/>
</cp:coreProperties>
</file>