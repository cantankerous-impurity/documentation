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0.xml" ContentType="application/vnd.openxmlformats-officedocument.presentationml.notesSlide+xml"/>
  <Override PartName="/ppt/tags/tag35.xml" ContentType="application/vnd.openxmlformats-officedocument.presentationml.tags+xml"/>
  <Override PartName="/ppt/notesSlides/notesSlide11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2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3.xml" ContentType="application/vnd.openxmlformats-officedocument.presentationml.notesSlide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tags/tag44.xml" ContentType="application/vnd.openxmlformats-officedocument.presentationml.tags+xml"/>
  <Override PartName="/ppt/notesSlides/notesSlide1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5.xml" ContentType="application/vnd.openxmlformats-officedocument.presentationml.notesSlide+xml"/>
  <Override PartName="/ppt/tags/tag72.xml" ContentType="application/vnd.openxmlformats-officedocument.presentationml.tags+xml"/>
  <Override PartName="/ppt/notesSlides/notesSlide26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7.xml" ContentType="application/vnd.openxmlformats-officedocument.presentationml.notesSlide+xml"/>
  <Override PartName="/ppt/tags/tag75.xml" ContentType="application/vnd.openxmlformats-officedocument.presentationml.tags+xml"/>
  <Override PartName="/ppt/notesSlides/notesSlide28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29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30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31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32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3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34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35.xml" ContentType="application/vnd.openxmlformats-officedocument.presentationml.notesSlide+xml"/>
  <Override PartName="/ppt/tags/tag97.xml" ContentType="application/vnd.openxmlformats-officedocument.presentationml.tags+xml"/>
  <Override PartName="/ppt/notesSlides/notesSlide36.xml" ContentType="application/vnd.openxmlformats-officedocument.presentationml.notesSlide+xml"/>
  <Override PartName="/ppt/tags/tag98.xml" ContentType="application/vnd.openxmlformats-officedocument.presentationml.tags+xml"/>
  <Override PartName="/ppt/notesSlides/notesSlide37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8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39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40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41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53"/>
  </p:notesMasterIdLst>
  <p:handoutMasterIdLst>
    <p:handoutMasterId r:id="rId54"/>
  </p:handoutMasterIdLst>
  <p:sldIdLst>
    <p:sldId id="517" r:id="rId2"/>
    <p:sldId id="843" r:id="rId3"/>
    <p:sldId id="844" r:id="rId4"/>
    <p:sldId id="544" r:id="rId5"/>
    <p:sldId id="1086" r:id="rId6"/>
    <p:sldId id="529" r:id="rId7"/>
    <p:sldId id="918" r:id="rId8"/>
    <p:sldId id="1341" r:id="rId9"/>
    <p:sldId id="1307" r:id="rId10"/>
    <p:sldId id="1089" r:id="rId11"/>
    <p:sldId id="1093" r:id="rId12"/>
    <p:sldId id="1197" r:id="rId13"/>
    <p:sldId id="1309" r:id="rId14"/>
    <p:sldId id="1308" r:id="rId15"/>
    <p:sldId id="924" r:id="rId16"/>
    <p:sldId id="1316" r:id="rId17"/>
    <p:sldId id="921" r:id="rId18"/>
    <p:sldId id="1345" r:id="rId19"/>
    <p:sldId id="1212" r:id="rId20"/>
    <p:sldId id="1048" r:id="rId21"/>
    <p:sldId id="967" r:id="rId22"/>
    <p:sldId id="1084" r:id="rId23"/>
    <p:sldId id="981" r:id="rId24"/>
    <p:sldId id="1104" r:id="rId25"/>
    <p:sldId id="1105" r:id="rId26"/>
    <p:sldId id="1310" r:id="rId27"/>
    <p:sldId id="1314" r:id="rId28"/>
    <p:sldId id="1315" r:id="rId29"/>
    <p:sldId id="1343" r:id="rId30"/>
    <p:sldId id="1342" r:id="rId31"/>
    <p:sldId id="1318" r:id="rId32"/>
    <p:sldId id="1213" r:id="rId33"/>
    <p:sldId id="1214" r:id="rId34"/>
    <p:sldId id="1319" r:id="rId35"/>
    <p:sldId id="986" r:id="rId36"/>
    <p:sldId id="987" r:id="rId37"/>
    <p:sldId id="878" r:id="rId38"/>
    <p:sldId id="1338" r:id="rId39"/>
    <p:sldId id="1336" r:id="rId40"/>
    <p:sldId id="1329" r:id="rId41"/>
    <p:sldId id="1337" r:id="rId42"/>
    <p:sldId id="1339" r:id="rId43"/>
    <p:sldId id="1320" r:id="rId44"/>
    <p:sldId id="1344" r:id="rId45"/>
    <p:sldId id="1322" r:id="rId46"/>
    <p:sldId id="1327" r:id="rId47"/>
    <p:sldId id="1346" r:id="rId48"/>
    <p:sldId id="1347" r:id="rId49"/>
    <p:sldId id="1348" r:id="rId50"/>
    <p:sldId id="1349" r:id="rId51"/>
    <p:sldId id="1350" r:id="rId5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93" autoAdjust="0"/>
    <p:restoredTop sz="93593" autoAdjust="0"/>
  </p:normalViewPr>
  <p:slideViewPr>
    <p:cSldViewPr snapToGrid="0" snapToObjects="1">
      <p:cViewPr varScale="1">
        <p:scale>
          <a:sx n="105" d="100"/>
          <a:sy n="105" d="100"/>
        </p:scale>
        <p:origin x="57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4/20/2023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4/20/2023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663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299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077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425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29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42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76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133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9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344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41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48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077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685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572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242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280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608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355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318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3996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462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0587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7959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38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5179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4975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9862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007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613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4770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166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823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455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2636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095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19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800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61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7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62279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8622792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48563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8485632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75120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75120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75120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75120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Calibri" panose="020F0502020204030204" pitchFamily="34" charset="0"/>
              <a:ea typeface="Georgia" charset="0"/>
              <a:cs typeface="Calibri" panose="020F0502020204030204" pitchFamily="34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Arial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4.png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13.png"/><Relationship Id="rId2" Type="http://schemas.openxmlformats.org/officeDocument/2006/relationships/tags" Target="../tags/tag5.xml"/><Relationship Id="rId16" Type="http://schemas.openxmlformats.org/officeDocument/2006/relationships/image" Target="../media/image17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2.png"/><Relationship Id="rId5" Type="http://schemas.openxmlformats.org/officeDocument/2006/relationships/tags" Target="../tags/tag8.xml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tags" Target="../tags/tag7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16.xml"/><Relationship Id="rId7" Type="http://schemas.openxmlformats.org/officeDocument/2006/relationships/image" Target="../media/image22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1.xml"/><Relationship Id="rId7" Type="http://schemas.openxmlformats.org/officeDocument/2006/relationships/notesSlide" Target="../notesSlides/notesSlide6.xml"/><Relationship Id="rId12" Type="http://schemas.openxmlformats.org/officeDocument/2006/relationships/image" Target="../media/image30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9.png"/><Relationship Id="rId5" Type="http://schemas.openxmlformats.org/officeDocument/2006/relationships/tags" Target="../tags/tag23.xml"/><Relationship Id="rId10" Type="http://schemas.openxmlformats.org/officeDocument/2006/relationships/image" Target="../media/image28.png"/><Relationship Id="rId4" Type="http://schemas.openxmlformats.org/officeDocument/2006/relationships/tags" Target="../tags/tag22.xml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tags" Target="../tags/tag32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4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0.png"/><Relationship Id="rId5" Type="http://schemas.openxmlformats.org/officeDocument/2006/relationships/tags" Target="../tags/tag34.xml"/><Relationship Id="rId10" Type="http://schemas.openxmlformats.org/officeDocument/2006/relationships/image" Target="../media/image39.png"/><Relationship Id="rId4" Type="http://schemas.openxmlformats.org/officeDocument/2006/relationships/tags" Target="../tags/tag33.xml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5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38.xml"/><Relationship Id="rId7" Type="http://schemas.openxmlformats.org/officeDocument/2006/relationships/image" Target="../media/image43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6.png"/><Relationship Id="rId4" Type="http://schemas.openxmlformats.org/officeDocument/2006/relationships/tags" Target="../tags/tag39.xml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42.xml"/><Relationship Id="rId7" Type="http://schemas.openxmlformats.org/officeDocument/2006/relationships/image" Target="../media/image48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7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3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4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tags" Target="../tags/tag47.xml"/><Relationship Id="rId7" Type="http://schemas.openxmlformats.org/officeDocument/2006/relationships/image" Target="../media/image53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52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notesSlide" Target="../notesSlides/notesSlide1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52.xml"/><Relationship Id="rId7" Type="http://schemas.openxmlformats.org/officeDocument/2006/relationships/image" Target="../media/image57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60.png"/><Relationship Id="rId4" Type="http://schemas.openxmlformats.org/officeDocument/2006/relationships/tags" Target="../tags/tag53.xml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notesSlide" Target="../notesSlides/notesSlide1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tags" Target="../tags/tag58.xml"/><Relationship Id="rId7" Type="http://schemas.openxmlformats.org/officeDocument/2006/relationships/image" Target="../media/image64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63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notesSlide" Target="../notesSlides/notesSlide2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tags" Target="../tags/tag63.xml"/><Relationship Id="rId7" Type="http://schemas.openxmlformats.org/officeDocument/2006/relationships/image" Target="../media/image69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68.pn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tags" Target="../tags/tag66.xml"/><Relationship Id="rId7" Type="http://schemas.openxmlformats.org/officeDocument/2006/relationships/image" Target="../media/image3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3.png"/><Relationship Id="rId4" Type="http://schemas.openxmlformats.org/officeDocument/2006/relationships/tags" Target="../tags/tag67.xml"/><Relationship Id="rId9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notesSlide" Target="../notesSlides/notesSlide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notesSlide" Target="../notesSlides/notesSlide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2.xml"/><Relationship Id="rId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notesSlide" Target="../notesSlides/notesSlide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5.xml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notesSlide" Target="../notesSlides/notesSlide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notesSlide" Target="../notesSlides/notesSlide3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notesSlide" Target="../notesSlides/notesSlide3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tags" Target="../tags/tag84.xml"/><Relationship Id="rId7" Type="http://schemas.openxmlformats.org/officeDocument/2006/relationships/image" Target="../media/image88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91.png"/><Relationship Id="rId4" Type="http://schemas.openxmlformats.org/officeDocument/2006/relationships/tags" Target="../tags/tag85.xml"/><Relationship Id="rId9" Type="http://schemas.openxmlformats.org/officeDocument/2006/relationships/image" Target="../media/image9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notesSlide" Target="../notesSlides/notesSlide3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tags" Target="../tags/tag90.xml"/><Relationship Id="rId7" Type="http://schemas.openxmlformats.org/officeDocument/2006/relationships/image" Target="../media/image92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71.png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13" Type="http://schemas.openxmlformats.org/officeDocument/2006/relationships/image" Target="../media/image98.png"/><Relationship Id="rId3" Type="http://schemas.openxmlformats.org/officeDocument/2006/relationships/tags" Target="../tags/tag9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7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96.png"/><Relationship Id="rId5" Type="http://schemas.openxmlformats.org/officeDocument/2006/relationships/tags" Target="../tags/tag95.xml"/><Relationship Id="rId10" Type="http://schemas.openxmlformats.org/officeDocument/2006/relationships/image" Target="../media/image95.png"/><Relationship Id="rId4" Type="http://schemas.openxmlformats.org/officeDocument/2006/relationships/tags" Target="../tags/tag94.xml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7.xml"/><Relationship Id="rId4" Type="http://schemas.openxmlformats.org/officeDocument/2006/relationships/image" Target="../media/image10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8.xml"/><Relationship Id="rId4" Type="http://schemas.openxmlformats.org/officeDocument/2006/relationships/image" Target="../media/image10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tags" Target="../tags/tag101.xml"/><Relationship Id="rId7" Type="http://schemas.openxmlformats.org/officeDocument/2006/relationships/notesSlide" Target="../notesSlides/notesSlide38.xml"/><Relationship Id="rId12" Type="http://schemas.openxmlformats.org/officeDocument/2006/relationships/image" Target="../media/image105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04.png"/><Relationship Id="rId5" Type="http://schemas.openxmlformats.org/officeDocument/2006/relationships/tags" Target="../tags/tag103.xml"/><Relationship Id="rId10" Type="http://schemas.openxmlformats.org/officeDocument/2006/relationships/image" Target="../media/image80.png"/><Relationship Id="rId4" Type="http://schemas.openxmlformats.org/officeDocument/2006/relationships/tags" Target="../tags/tag102.xml"/><Relationship Id="rId9" Type="http://schemas.openxmlformats.org/officeDocument/2006/relationships/image" Target="../media/image10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13" Type="http://schemas.openxmlformats.org/officeDocument/2006/relationships/image" Target="../media/image110.png"/><Relationship Id="rId3" Type="http://schemas.openxmlformats.org/officeDocument/2006/relationships/tags" Target="../tags/tag106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09.pn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108.png"/><Relationship Id="rId5" Type="http://schemas.openxmlformats.org/officeDocument/2006/relationships/tags" Target="../tags/tag108.xml"/><Relationship Id="rId10" Type="http://schemas.openxmlformats.org/officeDocument/2006/relationships/image" Target="../media/image107.png"/><Relationship Id="rId4" Type="http://schemas.openxmlformats.org/officeDocument/2006/relationships/tags" Target="../tags/tag107.xml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13" Type="http://schemas.openxmlformats.org/officeDocument/2006/relationships/image" Target="../media/image115.png"/><Relationship Id="rId3" Type="http://schemas.openxmlformats.org/officeDocument/2006/relationships/tags" Target="../tags/tag112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14.pn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image" Target="../media/image113.png"/><Relationship Id="rId5" Type="http://schemas.openxmlformats.org/officeDocument/2006/relationships/tags" Target="../tags/tag114.xml"/><Relationship Id="rId10" Type="http://schemas.openxmlformats.org/officeDocument/2006/relationships/image" Target="../media/image80.png"/><Relationship Id="rId4" Type="http://schemas.openxmlformats.org/officeDocument/2006/relationships/tags" Target="../tags/tag113.xml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1.xml"/><Relationship Id="rId13" Type="http://schemas.openxmlformats.org/officeDocument/2006/relationships/image" Target="../media/image109.png"/><Relationship Id="rId3" Type="http://schemas.openxmlformats.org/officeDocument/2006/relationships/tags" Target="../tags/tag11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19.png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image" Target="../media/image118.png"/><Relationship Id="rId5" Type="http://schemas.openxmlformats.org/officeDocument/2006/relationships/tags" Target="../tags/tag120.xml"/><Relationship Id="rId10" Type="http://schemas.openxmlformats.org/officeDocument/2006/relationships/image" Target="../media/image107.png"/><Relationship Id="rId4" Type="http://schemas.openxmlformats.org/officeDocument/2006/relationships/tags" Target="../tags/tag119.xml"/><Relationship Id="rId9" Type="http://schemas.openxmlformats.org/officeDocument/2006/relationships/image" Target="../media/image117.png"/><Relationship Id="rId14" Type="http://schemas.openxmlformats.org/officeDocument/2006/relationships/image" Target="../media/image12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13" Type="http://schemas.openxmlformats.org/officeDocument/2006/relationships/image" Target="../media/image115.png"/><Relationship Id="rId3" Type="http://schemas.openxmlformats.org/officeDocument/2006/relationships/tags" Target="../tags/tag124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22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image" Target="../media/image80.png"/><Relationship Id="rId5" Type="http://schemas.openxmlformats.org/officeDocument/2006/relationships/tags" Target="../tags/tag126.xml"/><Relationship Id="rId10" Type="http://schemas.openxmlformats.org/officeDocument/2006/relationships/image" Target="../media/image121.png"/><Relationship Id="rId4" Type="http://schemas.openxmlformats.org/officeDocument/2006/relationships/tags" Target="../tags/tag125.xml"/><Relationship Id="rId9" Type="http://schemas.openxmlformats.org/officeDocument/2006/relationships/image" Target="../media/image113.png"/><Relationship Id="rId14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SINGLE VALLEY Basis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The basis states </a:t>
            </a:r>
            <a:r>
              <a:rPr lang="en-US" dirty="0"/>
              <a:t>generalized to the effect of operators and rotated to other valleys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002F0E53-9459-4033-997B-97BE036080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0291" y="5525850"/>
            <a:ext cx="10971418" cy="109714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equation*}&#10;\Phi_{\eta\lambda;m\xi lk}^{(W\kappa p)}&#10;= &#10;\left(\frac{\hbar^{2}}{2m_{0}a_{0}^{2}\eta^{2}}\right)^{\kappa}&#10;\hat{Q}_{m\xi}^{(p)}&#10;\sum_{s=-\kappa}^{+\kappa}&#10;\mathfrak{H}^{(\kappa)}_{\lambda;lm,s}&#10;\hat{\mathcal{P}}_{\lambda;(l+2s)m}^{(p)}&#10;\hat{\mathcal{R}}_{\eta\lambda;lk,s}^{(W\kappa p)}&#10;\end{equation*}&#10;&#10;\end{document}" title="IguanaTex Bitmap Display">
            <a:extLst>
              <a:ext uri="{FF2B5EF4-FFF2-40B4-BE49-F238E27FC236}">
                <a16:creationId xmlns:a16="http://schemas.microsoft.com/office/drawing/2014/main" id="{72AADBF9-AF8D-41C3-96DE-103F7694FA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75622" y="1857131"/>
            <a:ext cx="6640757" cy="717714"/>
          </a:xfrm>
          <a:prstGeom prst="rect">
            <a:avLst/>
          </a:prstGeom>
        </p:spPr>
      </p:pic>
      <p:pic>
        <p:nvPicPr>
          <p:cNvPr id="6" name="Picture 5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 title="IguanaTex Bitmap Display">
            <a:extLst>
              <a:ext uri="{FF2B5EF4-FFF2-40B4-BE49-F238E27FC236}">
                <a16:creationId xmlns:a16="http://schemas.microsoft.com/office/drawing/2014/main" id="{B48107FF-899F-4D5D-BCEA-0404DD1E5BF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41714" y="2909019"/>
            <a:ext cx="5508572" cy="199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43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0F3515-17F9-4681-A9FB-0FDCA6D61439}"/>
              </a:ext>
            </a:extLst>
          </p:cNvPr>
          <p:cNvGrpSpPr/>
          <p:nvPr/>
        </p:nvGrpSpPr>
        <p:grpSpPr>
          <a:xfrm>
            <a:off x="204095" y="4589237"/>
            <a:ext cx="11783809" cy="1481752"/>
            <a:chOff x="204095" y="4789306"/>
            <a:chExt cx="11783809" cy="148175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9CBA83-12E1-4375-B802-81E8C1344FD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079866" y="4944316"/>
              <a:ext cx="2908038" cy="117173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4115AF-3F51-4DD0-9D13-E2A0368D408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67733" y="4944316"/>
              <a:ext cx="2908038" cy="117173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EEA1CC-A15C-487E-88BB-443E42311D4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04095" y="4789306"/>
              <a:ext cx="5559542" cy="148175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164DCF-FB5C-485A-A8BB-99EFF5F11408}"/>
              </a:ext>
            </a:extLst>
          </p:cNvPr>
          <p:cNvGrpSpPr/>
          <p:nvPr/>
        </p:nvGrpSpPr>
        <p:grpSpPr>
          <a:xfrm>
            <a:off x="1388703" y="1956317"/>
            <a:ext cx="9414595" cy="2357336"/>
            <a:chOff x="1388703" y="1956317"/>
            <a:chExt cx="9414595" cy="2357336"/>
          </a:xfrm>
        </p:grpSpPr>
        <p:pic>
          <p:nvPicPr>
            <p:cNvPr id="15" name="Picture 14" descr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5037CFE-29E3-4898-A815-9F927E063B8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6140447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Picture 17" descr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B188044-A71E-4846-B6E8-018BE08A749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388703" y="2958984"/>
              <a:ext cx="3553519" cy="374857"/>
            </a:xfrm>
            <a:prstGeom prst="rect">
              <a:avLst/>
            </a:prstGeom>
          </p:spPr>
        </p:pic>
      </p:grpSp>
      <p:pic>
        <p:nvPicPr>
          <p:cNvPr id="12" name="Picture 11" descr="\documentclass{article}&#10;\usepackage{amsmath,bm}&#10;\pagestyle{empty}&#10;\begin{document}&#10;&#10;\begin{align*}&#10;h_{lk,v}^{(\kappa s)}&#10;&amp; =&#10;\left(1-\kappa\right)\delta_{s0}\delta_{v0} + \kappa g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95329E3-A470-4732-9C92-A0084982F8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16510" y="6308136"/>
            <a:ext cx="3236569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\alpha&#10;=&#10;\frac{2}{W}\left(l+\frac{1}{W}\right)&#10;\end{align*}&#10;&#10;\end{document}" title="IguanaTex Bitmap Display">
            <a:extLst>
              <a:ext uri="{FF2B5EF4-FFF2-40B4-BE49-F238E27FC236}">
                <a16:creationId xmlns:a16="http://schemas.microsoft.com/office/drawing/2014/main" id="{182D8744-FB25-410F-B932-3F2B460402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38922" y="6282764"/>
            <a:ext cx="1338666" cy="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1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8866632" cy="853311"/>
          </a:xfrm>
        </p:spPr>
        <p:txBody>
          <a:bodyPr/>
          <a:lstStyle/>
          <a:p>
            <a:r>
              <a:rPr lang="en-US" dirty="0"/>
              <a:t>Integrable Potentials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Forms that might be used</a:t>
            </a:r>
          </a:p>
        </p:txBody>
      </p:sp>
    </p:spTree>
    <p:extLst>
      <p:ext uri="{BB962C8B-B14F-4D97-AF65-F5344CB8AC3E}">
        <p14:creationId xmlns:p14="http://schemas.microsoft.com/office/powerpoint/2010/main" val="188171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Form of integrable potential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end{align*}&#10;&#10;\end{document}" title="IguanaTex Bitmap Display">
            <a:extLst>
              <a:ext uri="{FF2B5EF4-FFF2-40B4-BE49-F238E27FC236}">
                <a16:creationId xmlns:a16="http://schemas.microsoft.com/office/drawing/2014/main" id="{63A0EB9F-314C-4620-82FF-B5959949E76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98480" y="3064809"/>
            <a:ext cx="5795040" cy="72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8866632" cy="1597104"/>
          </a:xfrm>
        </p:spPr>
        <p:txBody>
          <a:bodyPr/>
          <a:lstStyle/>
          <a:p>
            <a:r>
              <a:rPr lang="en-US" dirty="0"/>
              <a:t>Core MATRIX ELEMENT Derivation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3970337"/>
            <a:ext cx="7639812" cy="2212976"/>
          </a:xfrm>
        </p:spPr>
        <p:txBody>
          <a:bodyPr/>
          <a:lstStyle/>
          <a:p>
            <a:r>
              <a:rPr lang="en-US" dirty="0"/>
              <a:t>Finding a general form for the core matrix element</a:t>
            </a:r>
          </a:p>
        </p:txBody>
      </p:sp>
    </p:spTree>
    <p:extLst>
      <p:ext uri="{BB962C8B-B14F-4D97-AF65-F5344CB8AC3E}">
        <p14:creationId xmlns:p14="http://schemas.microsoft.com/office/powerpoint/2010/main" val="151906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1585-F54E-4380-964E-1E9B47B29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6675120" cy="1597104"/>
          </a:xfrm>
        </p:spPr>
        <p:txBody>
          <a:bodyPr/>
          <a:lstStyle/>
          <a:p>
            <a:r>
              <a:rPr lang="en-US" dirty="0"/>
              <a:t>A. FULL Integrand </a:t>
            </a:r>
            <a:r>
              <a:rPr lang="en-US" dirty="0" err="1"/>
              <a:t>REfinement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62812-7B1E-498B-B24A-565BDF2364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91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A1. Integration Formula for Matrix Element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\left(\bm{\mathcal{M}}\right)&#10;_{\left(mlk\xi\Omega\right)_{12}}&#10;&amp; =&#10;\int_{-1}^{1} \mathrm{d}\chi&#10;\int_{-\pi}^{+\pi} \mathrm{d}\phi&#10;\int_{0}^{\infty} r^2\mathrm{d}r\,&#10;\tilde{U}_{\left\{r\right\}}&#10;\left(\Phi_{\left(\eta\lambda;m\zeta lk\right)_{1}\left\{\bm{r}\right\}}^{\left(W\kappa_{1}p_{1}\right)}\right)^{*}&#10;      \Phi_{\left(\eta\lambda;m\zeta lk\right)_{2}\left\{\bm{r}\right\}}^{\left(W\kappa_{2}p_{2}\right)}&#10;\\&#10;&amp; =&#10;\frac{\left(\frac{\hbar^{2}}{2m_{0}a_{0}^{2}}\right)^{\kappa_{1}+\kappa_{2}}}{\eta_{1}^{2\kappa_{1}}\eta_{2}^{2\kappa_{2}}}&#10;\int_{\mathcal{S}} \mathrm{d}\Omega\,&#10;\hat{Q}&#10;\sum_{s_{1}=-\kappa_{1}}^{+\kappa_{1}}&#10;\sum_{s_{2}=-\kappa_{2}}^{+\kappa_{2}}&#10;\mathfrak{H}^{(\kappa)_{1}}_{\left(\lambda;lm,s\right)_{1}}&#10;\mathfrak{H}^{(\kappa)_{2}}_{\left(\lambda;lm,s\right)_{2}}&#10;\hat{\mathcal{P}}_{\left(s\right)_{12}}&#10;\hat{\mathcal{I}}_{\left(s\right)_{12}}&#10;\\&#10;\hat{\mathcal{I}}_{\left(s\right)_{12}}&#10;&amp; =&#10;\sum_{i}&#10;\tilde{\mathfrak{U}}_{i}&#10;\mathcal{U}_{i\left\{\chi,\phi\right\}}&#10;\mathcal{I}_{\left(s\right)_{12}\left\{&#10;\vartheta_{\lambda_{1}\left\{\chi_{p_{1}}\right\}},\vartheta_{\lambda_{2}\left\{\chi_{p_{2}}\right\}},&#10;\tilde{\alpha}_{i\left\{\chi,\phi\right\}},\beta_{i\left\{\chi,\phi\right\}}&#10;\right\}}&#10;\\&#10;\mathcal{I}_{\left(s\right)_{12}\left\{\vartheta_{1},\vartheta_{2},\tilde{\alpha},\beta\right\}}&#10;&amp; = &#10;\int_{0}^{\infty} r^2\mathrm{d}r\,&#10;\left(\frac{r}{a_{0}}\right)^{d}&#10;\mathrm{e}^{-\tilde{\alpha}\frac{r}{a_{0}}}&#10;\mathrm{e}^{-\beta\left(\frac{r}{a_{0}}\right)^{2}}&#10;\mathcal{R}_{\left(s\right)_{12}\left\{&#10;r,\vartheta_{1},\vartheta_{2}&#10;\right\}}&#10;\end{align*}&#10;&#10;\end{document}" title="IguanaTex Bitmap Display">
            <a:extLst>
              <a:ext uri="{FF2B5EF4-FFF2-40B4-BE49-F238E27FC236}">
                <a16:creationId xmlns:a16="http://schemas.microsoft.com/office/drawing/2014/main" id="{AF434209-A006-46F5-BC7D-60BD94FC6A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74052" y="1901201"/>
            <a:ext cx="8443896" cy="283890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1" name="Picture 20" descr="\documentclass{article}&#10;\usepackage{amsmath,bm,eufrak}&#10;\pagestyle{empty}&#10;\begin{document}&#10;&#10;\begin{align*}&#10;\hat{Q}&#10;&amp; =&#10;\hat{Q}^{*}_{\left(m\zeta\right)_{1}\left\{\phi_{p_{1}}\right\}}&#10;\hat{Q}_{\left(m\zeta\right)_{2}\left\{\phi_{p_{2}}\right\}}&#10;\\&#10;\hat{\mathcal{P}}_{\left(s\right)_{12}}&#10;&amp; =&#10;\hat{\mathcal{P}}_{\left(\lambda;(l+2s)m\right)_{1}\left\{\chi_{p_{1}}\right\}}&#10;\hat{\mathcal{P}}_{\left(\lambda;(l+2s)m\right)_{2}\left\{\chi_{p_{2}}\right\}}&#10;\\&#10;\mathcal{R}_{\left(s\right)_{12}\left\{r,\vartheta_{1},\vartheta_{2}\right\}}&#10;&amp; =&#10;\hat{\mathcal{R}}_{\left(\eta\lambda;lk,s\right)_{1}\left\{r,\vartheta_{1}\right\}}^{(W\kappa_{1})}&#10;\hat{\mathcal{R}}_{\left(\eta\lambda;lk,s\right)_{2}\left\{r,\vartheta_{2}\right\}}^{(W\kappa_{2})}&#10;\end{align*}&#10;&#10;\end{document}" title="IguanaTex Bitmap Display">
            <a:extLst>
              <a:ext uri="{FF2B5EF4-FFF2-40B4-BE49-F238E27FC236}">
                <a16:creationId xmlns:a16="http://schemas.microsoft.com/office/drawing/2014/main" id="{58C86608-1796-4F70-9798-6042CB49B2E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09479" y="5147998"/>
            <a:ext cx="5173043" cy="129875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741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A2. Submatrix element integrand refined</a:t>
            </a:r>
          </a:p>
        </p:txBody>
      </p:sp>
      <p:pic>
        <p:nvPicPr>
          <p:cNvPr id="12" name="Picture 11" descr="\documentclass{article}&#10;\usepackage{amsmath,bm,eufrak}&#10;\pagestyle{empty}&#10;\begin{document}&#10;&#10;\begin{align*}&#10;\hat{\mathcal{R}}^{(12)}_{\left(s\right)_{12}}&#10;&amp; =&#10;r^{-3}&#10;W&#10;\rho_{1}^{\frac{l_{1}+\frac{3}{2}}{W}-\kappa_{1}\delta_{W,1}-\delta_{s_{1}\bar{1}}}&#10;\rho_{2}^{\frac{l_{2}+\frac{3}{2}}{W}-\kappa_{2}\delta_{W,1}-\delta_{s_{2}\bar{1}}}&#10;\mathrm{e}^{-\rho_{1}/2}\mathrm{e}^{-\rho_{2}/2}&#10;\sum_{v_{1}=-2\kappa_{1}}^{\kappa_{1}+\delta_{s_{1}\bar{1}}}&#10;\sum_{v_{2}=-2\kappa_{2}}^{\kappa_{2}+\delta_{s_{2}\bar{1}}}&#10;h^{(\kappa_{1})}_{\left(lk,sv\right)_{1}}&#10;h^{(\kappa_{2})}_{\left(lk,sv\right)_{2}}&#10;\hat{L}_{\left(k_{1}+v_{1}\right)\left\{\rho_{1}\right\}}^{(\frac{2}{W}\left(l_{1}+\frac{1}{W}\right)+\kappa_{1}-\delta_{s_{1}\bar{1}})}&#10;\hat{L}_{\left(k_{2}+v_{2}\right)\left\{\rho_{2}\right\}}^{(\frac{2}{W}\left(l_{2}+\frac{1}{W}\right)+\kappa_{2}-\delta_{s_{2}\bar{1}})}&#10;\\&#10;&amp; =&#10;r^{-2}&#10;\left(\frac{r}{a_{0}}\right)^{-1}&#10;\frac{W}{a_{0}}&#10;\rho_{1}^{\frac{l_{1}+\frac{3}{2}}{W}-\kappa_{1}\delta_{W,1}-\delta_{s_{1}\bar{1}}}&#10;\rho_{2}^{\frac{l_{2}+\frac{3}{2}}{W}-\kappa_{2}\delta_{W,1}-\delta_{s_{2}\bar{1}}}&#10;\mathrm{e}^{-\frac{\rho_{1}+\rho_{2}}{2}}&#10;\mathcal{L}_{\left(s\right)_{12}}&#10;\\&#10;\mathcal{L}_{\left(s\right)_{12}}&#10;&amp; =&#10;\sum_{v_{1}=-2\kappa_{1}}^{\kappa_{1}+\delta_{s_{1}\bar{1}}}&#10;\sum_{v_{2}=-2\kappa_{2}}^{\kappa_{2}+\delta_{s_{2}\bar{1}}}&#10;h^{(\kappa_{1})}_{\left(lk,sv\right)_{1}}&#10;h^{(\kappa_{2})}_{\left(lk,sv\right)_{2}}&#10;\hat{L}_{\left(k_{1}+v_{1}\right)\left\{\rho_{1}\right\}}^{(\mathfrak{l}_{1}+\kappa_{1}-\delta_{s_{1}\bar{1}})}&#10;\hat{L}_{\left(k_{2}+v_{2}\right)\left\{\rho_{2}\right\}}^{(\mathfrak{l}_{2}+\kappa_{2}-\delta_{s_{2}\bar{1}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D1D8A7E9-0736-4B58-B2CC-9CC9866662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6325" y="3256627"/>
            <a:ext cx="11939351" cy="20370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0" name="Picture 19" descr="\documentclass{article}&#10;\usepackage{amsmath,bm}&#10;\pagestyle{empty}&#10;\begin{document}&#10;&#10;\begin{align*}&#10;\hat{\mathcal{R}}_{\eta\lambda;lk,s\left\{r,\vartheta\right\}}^{(W\kappa)}&#10;&amp; =&#10;r^{-\frac{3}{2}}&#10;\left[&#10;\sqrt{W}&#10;\rho^{\frac{l+\frac{3}{2}}{W}-\kappa\delta_{W,1}-\delta_{s,-1}}\mathrm{e}^{-\rho/2}&#10;\sum_{v=-2\kappa}^{\kappa+\delta_{s,-1}}&#10;h_{lk,sv}^{(\kappa)}&#10;\hat{L}_{\left(k+v\right)\left\{\rho\right\}}^{\left(\frac{2}{W}\left(l+\frac{1}{W}\right)+\kappa-\delta_{s,-1}\right)}&#10;\right|_{\rho \rightarrow \left(\frac{2r\vartheta}{Wa_{0}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DE85B31-7E0E-4181-8D3A-BD9ED70A39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95815" y="2073176"/>
            <a:ext cx="10200371" cy="104533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" name="Picture 3" descr="\documentclass{article}&#10;\usepackage{amsmath,amssymb,bm}&#10;\pagestyle{empty}&#10;\begin{document}&#10;&#10;\begin{align*}&#10;\rho_{i}&#10;&amp; =&#10;\left(\frac{2r\vartheta_{i}}{Wa_{0}\eta_{i}}\right)^{W}&#10;\\&#10;\mathfrak{l}_{i}&#10;&amp; =&#10;\frac{2}{W}\left(l_{i}+\frac{1}{W}\right)&#10;\end{align*}&#10;&#10;\end{document}" title="IguanaTex Bitmap Display">
            <a:extLst>
              <a:ext uri="{FF2B5EF4-FFF2-40B4-BE49-F238E27FC236}">
                <a16:creationId xmlns:a16="http://schemas.microsoft.com/office/drawing/2014/main" id="{8900A4FD-9464-4307-81BF-DD0F829C00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79733" y="5361561"/>
            <a:ext cx="1432534" cy="9610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932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documentclass{article}&#10;\usepackage{amsmath,bm,eufrak}&#10;\pagestyle{empty}&#10;\begin{document}&#10;&#10;\begin{align*}&#10;\rho&#10;\equiv&#10;\frac{\rho_{1}+\rho_{2}}{2}&#10;&amp; =&#10;\left(\frac{2r}{Wa_\perp}\right)^{W}&#10;\frac{1}{2}&#10;\left[&#10;\left(\frac{\vartheta_{1}}{\eta_{1}}\right)^{W}&#10;+&#10;\left(\frac{\vartheta_{2}}{\eta_{2}}\right)^{W}&#10;\right]&#10;=&#10;\left(\frac{2r}{Wa_\perp}\right)^{W}&#10;\left[&#10;\frac{&#10;\left(\eta_{2}\vartheta_{1}\right)^{W}&#10;+&#10;\left(\eta_{1}\vartheta_{2}\right)^{W}&#10;}{2\left(\eta_{1}\eta_{2}\right)^{W}}&#10;\right]&#10;\\&#10;\frac{1}{\hat{\eta}^{W}}&#10;&amp; \equiv&#10;\frac{&#10;\left(\eta_{2}\vartheta_{1}\right)^{W}&#10;+&#10;\left(\eta_{1}\vartheta_{2}\right)^{W}&#10;}{2\left(\eta_{1}\eta_{2}\right)^{W}}&#10;\\&#10;&amp; =&#10;\frac&#10;{\eta_{2}^{W}+\eta_{1}^{W}}&#10;{2\left(\eta_{1}\eta_{2}\right)^{W}}&#10;\frac&#10;{\vartheta_{1}^{W}+\vartheta_{2}^{W}}&#10;{2}&#10;\frac&#10;{&#10;2\left(\eta_{2}\vartheta_{1}\right)^{W}&#10;+&#10;2\left(\eta_{1}\vartheta_{2}\right)^{W}&#10;}&#10;{\left(\eta_{2}^{W}+\eta_{1}^{W}\right)\left(\vartheta_{1}^{W}+\vartheta_{2}^{W}\right)}&#10;\\&#10;&amp; =&#10;\frac&#10;{\eta_{2}^{W}+\eta_{1}^{W}}&#10;{2\left(\eta_{1}\eta_{2}\right)^{W}}&#10;\frac&#10;{\vartheta_{1}^{W}+\vartheta_{2}^{W}}&#10;{2}&#10;\left(&#10;1&#10;+&#10;\frac&#10;{\left(\eta_{2}^{W}-\eta_{1}^{W}\right)\left(\vartheta_{1}^{W}-\vartheta_{2}^{W}\right)}&#10;{\left(\eta_{2}^{W}+\eta_{1}^{W}\right)\left(\vartheta_{1}^{W}+\vartheta_{2}^{W}\right)}&#10;\right)&#10;\\&#10;&amp; =&#10;\left(\frac{1}{\eta}\hat{\vartheta}\hat{\Xi}\right)^{W}&#10;\\&#10;\rho&#10;&amp; = &#10;\left(\frac{2r}{Wa_{0}\hat{\eta}}\right)^{W}&#10;\end{align*}&#10;&#10;\end{document}" title="IguanaTex Bitmap Display">
            <a:extLst>
              <a:ext uri="{FF2B5EF4-FFF2-40B4-BE49-F238E27FC236}">
                <a16:creationId xmlns:a16="http://schemas.microsoft.com/office/drawing/2014/main" id="{2C943D8D-CC02-4F74-8F3A-2C9EAA95CD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00277" y="2098668"/>
            <a:ext cx="6791447" cy="3333338"/>
          </a:xfrm>
          <a:prstGeom prst="rect">
            <a:avLst/>
          </a:prstGeom>
          <a:ln>
            <a:noFill/>
          </a:ln>
        </p:spPr>
      </p:pic>
      <p:sp>
        <p:nvSpPr>
          <p:cNvPr id="112" name="Title 111">
            <a:extLst>
              <a:ext uri="{FF2B5EF4-FFF2-40B4-BE49-F238E27FC236}">
                <a16:creationId xmlns:a16="http://schemas.microsoft.com/office/drawing/2014/main" id="{E3131E56-1924-461F-A993-E213C057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A3. Rescaling of radial coordinate</a:t>
            </a:r>
          </a:p>
        </p:txBody>
      </p:sp>
      <p:pic>
        <p:nvPicPr>
          <p:cNvPr id="18" name="Picture 17" descr="\documentclass{article}&#10;\usepackage{amsmath,bm,eufrak}&#10;\pagestyle{empty}&#10;\begin{document}&#10;&#10;\begin{align*}&#10;\delta&#10;&amp; \equiv&#10;\frac{\eta_{2}^{W}-\eta_{1}^{W}}{\eta_{2}^{W}+\eta_{1}^{W}}&#10;&amp;&#10;\hat{\epsilon}&#10;&amp; \equiv&#10;\frac&#10;{\vartheta_{1}^{W}-\vartheta_{2}^{W}}&#10;{\vartheta_{1}^{W}+\vartheta_{2}^{W}}&#10;&amp;&#10;\eta^{W}&#10;&amp; \equiv&#10;\frac&#10;{2\eta_{1}^{W}\eta_{2}^{W}}&#10;{\eta_{2}^{W}+\eta_{1}^{W}}&#10;&amp;&#10;\hat{\vartheta}^{W}&#10;&amp; \equiv&#10;\frac&#10;{\vartheta_{1}^{W}+\vartheta_{2}^{W}}&#10;{2}&#10;&amp;&#10;\hat{\Xi}^{W}&#10;&amp; \equiv&#10;1+\delta\hat{\epsilon}&#10;&amp;&#10;\hat{\eta}&#10;&amp; \equiv&#10;\frac{\eta}{\hat{\vartheta}\hat{\Xi}}&#10;\end{align*}&#10;&#10;\end{document}" title="IguanaTex Bitmap Display">
            <a:extLst>
              <a:ext uri="{FF2B5EF4-FFF2-40B4-BE49-F238E27FC236}">
                <a16:creationId xmlns:a16="http://schemas.microsoft.com/office/drawing/2014/main" id="{F67FF374-D9B3-4BDA-A785-B9FAD0246B8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96343" y="5764751"/>
            <a:ext cx="8199314" cy="50468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45143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A4. Radial integrand further refined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r^{2}&#10;\left(\frac{r}{a_{0}}\right)^{d}&#10;\hat{\mathcal{R}}^{(12)}_{\left(s\right)_{12}}&#10;&amp; =&#10;\frac{W}{a_{0}}\left(\frac{r}{a_{0}}\right)^{d-1}&#10;\rho_{1}^{\frac{l_{1}+\frac{3}{2}}{W}-\kappa_{1}\delta_{W,1}-\delta_{s_{1}\bar{1}}}&#10;\rho_{2}^{\frac{l_{2}+\frac{3}{2}}{W}-\kappa_{2}\delta_{W,1}-\delta_{s_{2}\bar{1}}}&#10;\mathrm{e}^{-\frac{\rho_{1}+\rho_{2}}{2}}&#10;\mathcal{L}_{\left(s\right)_{12}}&#10;\\&#10;&amp; =&#10;\frac{W}{a_{0}}&#10;\left(\rho^{\frac{1}{W}}\frac{W}{2}\hat{\eta}\right)^{d-1}&#10;\left(\rho \hat{\psi}_{1}^{2W}\right)^{\frac{l_{1}+\frac{3}{2}}{W}-\kappa_{1}\delta_{W,1}-\delta_{s_{1}\bar{1}}}&#10;\left(\rho \hat{\psi}_{2}^{2W}\right)^{\frac{l_{2}+\frac{3}{2}}{W}-\kappa_{2}\delta_{W,1}-\delta_{s_{2}\bar{1}}}&#10;\mathrm{e}^{-\rho}&#10;\mathcal{L}_{\left(s\right)_{12}}&#10;\\&#10;&amp; =&#10;\left(\frac{W}{2}\right)^{d}&#10;\frac{2}{a_{0}\hat{\eta}}&#10;\hat{\eta}^{d}&#10;\hat{\psi}_{1}^{2l_{1}+3-2\kappa_{1}\delta_{W,1}-2W\delta_{s_{1}\bar{1}}}&#10;\hat{\psi}_{2}^{2l_{2}+3-2\kappa_{2}\delta_{W,1}-2W\delta_{s_{2}\bar{1}}}&#10;\rho^{\frac{l_{1}+l_{2}+2+d-\delta_{W,1}\left(\kappa_{1}+\kappa_{2}\right)}{W}-\delta_{s_{1}\bar{1}}-\delta_{s_{2}\bar{1}}}&#10;\mathrm{e}^{-\rho}&#10;\mathcal{L}_{\left(s\right)_{12}}&#10;\\&#10;&amp; =&#10;\left(\frac{W}{2}\right)^{d}&#10;\frac{2}{a_{0}\hat{\eta}}&#10;\hat{\eta}^{d}&#10;\hat{\psi}_{1}^{\mathfrak{L}_{1}-2W\delta_{s_{1}\bar{1}}}\hat{\psi}_{2}^{\mathfrak{L}_{2}-2W\delta_{s_{2}\bar{1}}}&#10;\rho^{1-\frac{1}{W}}&#10;\rho^{\frac{\mathfrak{L}_{12}}{W}-1-\delta_{s_{1}\bar{1}}-\delta_{s_{2}\bar{1}}}&#10;\mathrm{e}^{-\rho}&#10;\mathcal{L}_{\left(s\right)_{1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3679335C-2337-498F-B839-8815FAD6F2B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8210" y="3375880"/>
            <a:ext cx="10315580" cy="2424686"/>
          </a:xfrm>
          <a:prstGeom prst="rect">
            <a:avLst/>
          </a:prstGeom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2AEC32D-5059-492D-82C5-61A49B203BA0}"/>
              </a:ext>
            </a:extLst>
          </p:cNvPr>
          <p:cNvGrpSpPr/>
          <p:nvPr/>
        </p:nvGrpSpPr>
        <p:grpSpPr>
          <a:xfrm>
            <a:off x="2229923" y="1943989"/>
            <a:ext cx="7732154" cy="1149117"/>
            <a:chOff x="1511709" y="1943989"/>
            <a:chExt cx="7732154" cy="1149117"/>
          </a:xfrm>
        </p:grpSpPr>
        <p:pic>
          <p:nvPicPr>
            <p:cNvPr id="38" name="Picture 37" descr="\documentclass{article}&#10;\usepackage{amsmath,bm}&#10;\pagestyle{empty}&#10;\begin{document}&#10;&#10;\begin{align*}&#10;\rho_{1}&#10;&amp; =&#10;\left(\frac{2r}{Wa_\perp\hat{\eta}}\right)^{W}&#10;\left(\frac{\hat{\eta}\vartheta_{1}}{\eta_{1}}\right)^{W}&#10;= \rho \hat{\psi}_{1}^{2W}&#10;\\&#10;\rho_{2}&#10;&amp; =&#10;\left(\frac{2r}{Wa_\perp\hat{\eta}}\right)^{W}&#10;\left(\frac{\hat{\eta}\vartheta_{2}}{\eta_{2}}\right)^{W}&#10;= \rho \hat{\psi}_{2}^{2W}&#10;\end{align*}&#10;&#10;\end{document}" title="IguanaTex Bitmap Display">
              <a:extLst>
                <a:ext uri="{FF2B5EF4-FFF2-40B4-BE49-F238E27FC236}">
                  <a16:creationId xmlns:a16="http://schemas.microsoft.com/office/drawing/2014/main" id="{8F532EFE-DEE0-418F-9506-6A0BE54C670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440668" y="1943989"/>
              <a:ext cx="2803195" cy="100266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4" name="Picture 33" descr="\documentclass{article}&#10;\usepackage{amsmath,bm,eufrak}&#10;\pagestyle{empty}&#10;\begin{document}&#10;&#10;\begin{align*}&#10;\psi_{1}&#10;\equiv&#10;\sqrt{\frac{\hat{\eta}\vartheta_{1}}{\eta_{1}}}&#10;\quad\quad&#10;\psi_{2}&#10;\equiv&#10;\sqrt{\frac{\hat{\eta}\vartheta_{2}}{\eta_{2}}}&#10;\end{align*}&#10;&#10;\end{document}" title="IguanaTex Bitmap Display">
              <a:extLst>
                <a:ext uri="{FF2B5EF4-FFF2-40B4-BE49-F238E27FC236}">
                  <a16:creationId xmlns:a16="http://schemas.microsoft.com/office/drawing/2014/main" id="{A59902C0-8271-49F6-91DA-DDD961F9BDF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511709" y="1986994"/>
              <a:ext cx="2207998" cy="531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1" name="Picture 80" descr="\documentclass{article}&#10;\usepackage{amsmath,bm,eufrak}&#10;\pagestyle{empty}&#10;\begin{document}&#10;&#10;\begin{align*}&#10;\rho&#10;&amp; = &#10;\left(\frac{2r}{Wa_{0}\hat{\eta}}\right)^{W}&#10;\end{align*}&#10;&#10;\end{document}" title="IguanaTex Bitmap Display">
              <a:extLst>
                <a:ext uri="{FF2B5EF4-FFF2-40B4-BE49-F238E27FC236}">
                  <a16:creationId xmlns:a16="http://schemas.microsoft.com/office/drawing/2014/main" id="{894C90DC-B293-4754-AE0B-D0191117CE6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2000242" y="2628039"/>
              <a:ext cx="1230932" cy="465067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5" name="Picture 4" descr="\documentclass{article}&#10;\usepackage{amsmath,bm,eufrak}&#10;\pagestyle{empty}&#10;\begin{document}&#10;&#10;\begin{equation*}&#10;\mathfrak{L}_{i}&#10;=&#10;2l_{i}+3-2\kappa_{i}\delta_{W,1}&#10;\quad\quad&#10;\mathfrak{L}_{12}&#10;= &#10;\frac{\mathfrak{L}_{1}+\mathfrak{L}_{2}}{2} + d&#10;=&#10;l_{1}+l_{2}+3+d-\delta_{W,1}\left(\kappa_{1}+\kappa_{2}\right)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82C05571-B5EE-4D6F-89A5-C968B7E96A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067730" y="6083339"/>
            <a:ext cx="6056540" cy="3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5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normAutofit/>
          </a:bodyPr>
          <a:lstStyle/>
          <a:p>
            <a:r>
              <a:rPr lang="en-US" dirty="0"/>
              <a:t>A5. Radial integrand restated and formalized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\mathcal{I}_{\left(s\right)_{12}\left\{\vartheta_{1},\vartheta_{2},\tilde{\alpha},\beta\right\}}&#10;&amp; = &#10;\int_{0}^{\infty} r^2\mathrm{d}r\,&#10;\left(\frac{r}{a_{0}}\right)^{d}&#10;\mathrm{e}^{-\tilde{\alpha}\frac{r}{a_{0}}}&#10;\mathrm{e}^{-\beta\left(\frac{r}{a_{0}}\right)^{2}}&#10;\mathcal{R}_{\left(s\right)_{12}\left\{&#10;r,\vartheta_{1},\vartheta_{2}&#10;\right\}}&#10;\\&#10;&amp; = &#10;\int_{0}^{\infty}\mathrm{d}r\,&#10;\left(\frac{W}{2}\right)^{d}&#10;\frac{2}{a_{0}\hat{\eta}}&#10;\hat{\eta}^{d}&#10;\hat{\psi}_{1}^{\mathfrak{L}_{1}-2W\delta_{s_{1}\bar{1}}}\hat{\psi}_{2}^{\mathfrak{L}_{2}-2W\delta_{s_{2}\bar{1}}}&#10;\rho^{1-\frac{1}{W}}&#10;\rho^{\frac{\mathfrak{L}_{12}}{W}-1-\delta_{s_{1}\bar{1}}-\delta_{s_{2}\bar{1}}}&#10;\mathrm{e}^{-\rho}&#10;\mathrm{e}^{-\tilde{\alpha}\frac{r}{a_{0}}}&#10;\mathrm{e}^{-\beta\left(\frac{r}{a_{0}}\right)^{2}}&#10;\mathcal{L}_{\left(s\right)_{12}}&#10;\\&#10;\mathcal{L}_{\left(s\right)_{12}}&#10;&amp; =&#10;\sum_{v_{1}=-2\kappa_{1}}^{\kappa_{1}+\delta_{s_{1},-1}}&#10;\sum_{v_{2}=-2\kappa_{2}}^{\kappa_{2}+\delta_{s_{2},-1}}&#10;h^{(\kappa_{1})}_{\left(lk,sv\right)_{1}}&#10;h^{(\kappa_{2})}_{\left(lk,sv\right)_{2}}&#10;\hat{L}_{\left(k_{1}+v_{1}\right)\left\{\rho_{1}\right\}}^{(\mathfrak{l}_{1}+\kappa_{1}-\delta_{s_{1}\bar{1}})}&#10;\hat{L}_{\left(k_{2}+v_{2}\right)\left\{\rho_{2}\right\}}^{(\mathfrak{l}_{2}+\kappa_{2}-\delta_{s_{2}\bar{1}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E657E475-2019-4156-B69B-00B453AF4BA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0453" y="1937731"/>
            <a:ext cx="10911094" cy="212709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6" name="Picture 5" descr="\documentclass{article}&#10;\usepackage{amsmath,bm,eufrak}&#10;\pagestyle{empty}&#10;\begin{document}&#10;&#10;\begin{align*}&#10;\mathcal{I}_{\left(s\right)_{12}\left\{\vartheta_{1},\vartheta_{2},\tilde{\alpha},\beta\right\}}&#10;&amp; =&#10;\hat{\eta}^{d}\hat{\psi}_{1}^{\mathcal{L}_{1}-2W\delta_{s_{1}\bar{1}}}\hat{\psi}_{2}^{\mathcal{L}_{2}-2W\delta_{s_{2}\bar{1}}}&#10;\mathcal{J}_{\left(s\right)_{12}}&#10;\\&#10;\mathcal{J}_{\left(s\right)_{12}}&#10;&amp; =&#10;\sum_{v_{1}=-2\kappa_{1}}^{\kappa_{1}+\delta_{s_{1}\bar{1}}}&#10;\sum_{v_{2}=-2\kappa_{2}}^{\kappa_{2}+\delta_{s_{2}\bar{1}}}&#10;\left(\frac{W}{2}\right)^{d}&#10;h^{(\kappa_{1})}_{\left(lk,sv\right)_{1}}&#10;h^{(\kappa_{2})}_{\left(lk,sv\right)_{2}}&#10;\mathcal{J}_{\left(sv\right)_{12}}&#10;\\&#10;\mathcal{J}_{\left(sv\right)_{12}}&#10;&amp; =&#10;\int_{0}^{\infty}&#10;\mathrm{d}r\,&#10;\left(&#10;\frac{2}{a_{0}\hat{\eta}}&#10;\rho^{1-\frac{1}{W}}&#10;\rho^{\frac{\mathfrak{L}_{12}}{W}-1-\delta_{s_{1}\bar{1}}-\delta_{s_{2}\bar{1}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D31C38-B43D-4F04-9CE9-30522404C4A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49023" y="4679276"/>
            <a:ext cx="11493955" cy="197898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4990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A6. Full integral restated</a:t>
            </a:r>
          </a:p>
        </p:txBody>
      </p:sp>
      <p:pic>
        <p:nvPicPr>
          <p:cNvPr id="10" name="Picture 9" descr="\documentclass{article}&#10;\usepackage{amsmath,bm,eufrak}&#10;\pagestyle{empty}&#10;\begin{document}&#10;&#10;\begin{align*}&#10;\left(\bm{\mathcal{M}}\right)&#10;_{\left(mlk\xi\Omega\right)_{12}}&#10;&amp; =&#10;\frac{\left(\frac{\hbar^{2}}{2m_{0}a_{0}^{2}}\right)^{\kappa_{1}+\kappa_{2}}}{\eta_{1}^{2\kappa_{1}}\eta_{2}^{2\kappa_{2}}}&#10;\int_{\mathcal{S}} \mathrm{d}\Omega\,&#10;\hat{Q}&#10;\sum_{s_{1}=-\kappa_{1}}^{+\kappa_{1}}&#10;\sum_{s_{2}=-\kappa_{2}}^{+\kappa_{2}}&#10;\mathfrak{H}^{(\kappa)_{1}}_{\left(\lambda;lm,s\right)_{1}}&#10;\mathfrak{H}^{(\kappa)_{2}}_{\left(\lambda;lm,s\right)_{2}}&#10;\hat{\mathcal{P}}_{\left(s\right)_{12}}&#10;\hat{\mathcal{I}}_{\left(s\right)_{12}}&#10;\\&#10;\hat{\mathcal{I}}_{\left(s\right)_{12}}&#10;&amp; =&#10;\hat{\eta}^{d}\hat{\psi}_{1}^{\mathfrak{L}_{1}-2W\delta_{s_{1}\bar{1}}}\hat{\psi}_{2}^{\mathfrak{L}_{2}-2W\delta_{s_{2}\bar{1}}}&#10;\sum_{i}&#10;\tilde{\mathfrak{U}}_{i}&#10;\mathcal{U}_{i\left\{\chi,\phi\right\}}&#10;\mathcal{J}_{\left(s\right)_{12}\left\{\tilde{\alpha}_{i\left\{\chi,\phi\right\}},\beta_{i\left\{\chi,\phi\right\}}\right\}}&#10;\\&#10;\mathcal{J}_{\left(s\right)_{12}\left\{\tilde{\alpha},\beta\right\}}&#10;&amp; =&#10;\sum_{v_{1}=-2\kappa_{1}}^{\kappa_{1}+\delta_{s_{1},-1}}&#10;\sum_{v_{2}=-2\kappa_{2}}^{\kappa_{2}+\delta_{s_{2},-1}}&#10;\left(\frac{W}{2}\right)^{d}&#10;h^{(\kappa_{1})}_{\left(lk,sv\right)_{1}}&#10;h^{(\kappa_{2})}_{\left(lk,sv\right)_{2}}&#10;\mathcal{J}_{\left(sv\right)_{12}}&#10;\\&#10;\mathcal{J}_{\left(sv\right)_{12}}&#10;&amp; =&#10;\int_{0}^{\infty}&#10;\mathrm{d}r\,&#10;\left(&#10;\frac{2}{a_{0}\hat{\eta}}&#10;\rho^{1-\frac{1}{W}}&#10;\rho^{\frac{\mathfrak{L}_{12}}{W}-1-\delta_{s_{1}\bar{1}}-\delta_{s_{2}\bar{1}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AFE318B7-B2B0-458C-9786-C2394C0EF2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0910" y="2992514"/>
            <a:ext cx="11310180" cy="310083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4" name="Picture 13" descr="\documentclass{article}&#10;\usepackage{amsmath,bm,eufrak}&#10;\pagestyle{empty}&#10;\begin{document}&#10;&#10;\begin{equation*}&#10;\vartheta_{i} \equiv \vartheta_{\lambda_{i}\left\{\chi_{p_{i}}\right\}}&#10;\quad\quad&#10;\psi_{1} \equiv \sqrt{\frac{\hat{\eta}\vartheta_{1}}{\eta_{1}}}&#10;\quad\quad&#10;\psi_{2} \equiv \sqrt{\frac{\hat{\eta}\vartheta_{2}}{\eta_{2}}}&#10;\end{equation*}&#10;&#10;\end{document}" title="IguanaTex Bitmap Display">
            <a:extLst>
              <a:ext uri="{FF2B5EF4-FFF2-40B4-BE49-F238E27FC236}">
                <a16:creationId xmlns:a16="http://schemas.microsoft.com/office/drawing/2014/main" id="{94980119-7BBA-4031-8DD0-42A1414DA43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74856" y="2095449"/>
            <a:ext cx="4642289" cy="68297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276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A7. Full integral restated</a:t>
            </a:r>
          </a:p>
        </p:txBody>
      </p:sp>
      <p:pic>
        <p:nvPicPr>
          <p:cNvPr id="23" name="Picture 22" descr="\documentclass{article}&#10;\usepackage{amsmath,bm,eufrak}&#10;\pagestyle{empty}&#10;\begin{document}&#10;&#10;\begin{align*}&#10;\left(\bm{\mathcal{M}}\right)&#10;_{\left(mlk\xi\Omega\right)_{12}}&#10;&amp; =&#10;\left(\frac{\hbar^{2}}{2m_{0}a_{0}^{2}}\right)^{\kappa_{1}+\kappa_{2}}&#10;\int_{\mathcal{S}} \mathrm{d}\Omega\,&#10;\frac{\hat{\eta}^{d}\hat{\psi}_{1}^{\mathfrak{L}_{1}}\hat{\psi}_{2}^{\mathfrak{L}_{2}}}{\eta_{1}^{2\kappa_{1}}\eta_{2}^{2\kappa_{2}}}&#10;\hat{\Sigma}&#10;\hat{Q}&#10;\\&#10;&amp; =&#10;\left(\frac{\hbar^{2}}{2m_{0}a_{0}^{2}}\right)^{\kappa_{1}+\kappa_{2}}&#10;\int_{\mathcal{S}} \mathrm{d}\Omega\,&#10;\frac{&#10;\hat{\eta}^{d}&#10;\left(\sqrt{\frac{\hat{\eta}\vartheta_{1}}{\eta_{1}}}\right)^{\mathfrak{L}_{1}}&#10;\left(\sqrt{\frac{\hat{\eta}\vartheta_{2}}{\eta_{2}}}\right)^{\mathfrak{L}_{2}}&#10;}&#10;{\eta_{1}^{2\kappa_{1}}\eta_{2}^{2\kappa_{2}}}&#10;\hat{\Sigma}&#10;\hat{Q}&#10;\\&#10;&amp; =&#10;\left(\frac{\hbar^{2}}{2m_{0}a_{0}^{2}}\right)^{\kappa_{1}+\kappa_{2}}&#10;\int_{\mathcal{S}} \mathrm{d}\Omega\,&#10;\hat{\eta}^{d-2\kappa_{1}-2\kappa_{2}}&#10;\left(\sqrt{\frac{\hat{\eta}}{\eta_{1}}}\right)^{\mathfrak{L}_{1}+4\kappa_{1}}&#10;\left(\sqrt{\frac{\hat{\eta}}{\eta_{2}}}\right)^{\mathfrak{L}_{2}+4\kappa_{2}}&#10;\left(\sqrt{\vartheta_{1}}\right)^{\mathfrak{L}_{1}}&#10;\left(\sqrt{\vartheta_{2}}\right)^{\mathfrak{L}_{2}}&#10;\hat{\Sigma}&#10;\hat{Q}&#10;\end{align*}&#10;&#10;\end{document}" title="IguanaTex Bitmap Display">
            <a:extLst>
              <a:ext uri="{FF2B5EF4-FFF2-40B4-BE49-F238E27FC236}">
                <a16:creationId xmlns:a16="http://schemas.microsoft.com/office/drawing/2014/main" id="{B7F56526-B56A-4446-B0C3-A3B53CC9DF9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68496" y="1935661"/>
            <a:ext cx="9255009" cy="212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1" name="Picture 20" descr="\documentclass{article}&#10;\usepackage{amsmath,bm,eufrak}&#10;\pagestyle{empty}&#10;\begin{document}&#10;&#10;\begin{align*}&#10;\hat{\Sigma}&#10;&amp; = &#10;\sum_{s_{1}=-\kappa_{1}}^{+\kappa_{1}}&#10;\sum_{s_{2}=-\kappa_{2}}^{+\kappa_{2}}&#10;\mathfrak{H}^{(\kappa)_{1}}_{\left(\lambda;lm,s\right)_{1}}&#10;\mathfrak{H}^{(\kappa)_{2}}_{\left(\lambda;lm,s\right)_{2}}&#10;\frac&#10;{\hat{\mathcal{P}}_{\left(s\right)_{12}}}&#10;{\hat{\psi}_{1}^{2W\delta_{s_{1}\bar{1}}}\hat{\psi}_{2}^{2W\delta_{s_{2}\bar{1}}}}&#10;\sum_{i}&#10;\mathfrak{U}_{i}&#10;\mathcal{U}_{i\left\{\chi,\phi\right\}}&#10;\mathcal{J}_{\left(s\right)_{12}\left\{\tilde{\alpha}_{i\left\{\chi,\phi\right\}},\beta_{i\left\{\chi,\phi\right\}}\right\}}&#10;\\&#10;\mathcal{J}_{\left(s\right)_{12}\left\{\tilde{\alpha},\beta\right\}}&#10;&amp; = &#10;\sum_{v_{1}=-2\kappa_{1}}^{\kappa_{1}+\delta_{s_{1}\bar{1}}}&#10;\sum_{v_{2}=-2\kappa_{2}}^{\kappa_{2}+\delta_{s_{2}\bar{1}}}&#10;\left(\frac{W}{2}\right)^{d}&#10;h^{(\kappa_{1})}_{\left(lk,sv\right)_{1}}&#10;h^{(\kappa_{2})}_{\left(lk,sv\right)_{2}}&#10;\mathcal{J}_{\left(sv\right)_{12}}&#10;\\&#10;\mathcal{J}_{\left(sv\right)_{12}}&#10;&amp; =&#10;\int_{0}^{\infty}&#10;\mathrm{d}r\,&#10;\left(&#10;\frac{2}{a_{0}\hat{\eta}}&#10;\rho^{1-\frac{1}{W}}&#10;\rho^{\alpha_{12}-\delta_{s_{1}\bar{1}}-\delta_{s_{2}\bar{1}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DFA38FA-C56D-4403-B7C7-A83EFD5C3B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31353" y="4522275"/>
            <a:ext cx="9529294" cy="20687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3602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A8. Radial integral examined</a:t>
            </a:r>
          </a:p>
        </p:txBody>
      </p:sp>
      <p:pic>
        <p:nvPicPr>
          <p:cNvPr id="13" name="Picture 12" descr="\documentclass{article}&#10;\usepackage{amsmath,bm,eufrak}&#10;\pagestyle{empty}&#10;\begin{document}&#10;&#10;\begin{align*}&#10;\mathcal{J}_{\left(sv\right)_{12}}&#10;&amp; =&#10;\int_{0}^{\infty}&#10;\mathrm{d}r\,&#10;\left(&#10;\frac{2}{a_{0}\hat{\eta}}&#10;\rho^{1-\frac{1}{W}}&#10;\rho^{\alpha_{12}-\delta_{s_{1},-1}-\delta_{s_{2},-1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&amp; =&#10;\int_{0}^{\infty} \mathrm{d}\rho\,&#10;\rho^{\frac{\mathfrak{L}_{12}}{W}-1-\delta_{s_{1}\bar{1}}-\delta_{s_{2}\bar{1}}}&#10;\mathrm{e}^{-\rho}&#10;\mathrm{e}^{-\tilde{\alpha}\left(\frac{W\hat{\eta}}{2}\right)\rho^{\frac{1}{W}}}&#10;\mathrm{e}^{-\beta\left(\frac{W\hat{\eta}}{2}\right)^{2}\rho^{\frac{2}{W}}}&#10;\hat{L}_{\left(k_{1}+v_{1}\right)\left\{\rho \hat{\psi}_{1}^{2W}\right\}}^{(\mathfrak{l}_{1}+\kappa_{1}-\delta_{s_{1}\bar{1}})}&#10;\hat{L}_{\left(k_{2}+v_{2}\right)\left\{\rho \hat{\psi}_{2}^{2W}\right\}}^{(\mathfrak{l}_{2}+\kappa_{2}-\delta_{s_{2}\bar{1}})}&#10;\\&#10;&amp; =&#10;\int_{0}^{\infty} \mathrm{d}\rho\,&#10;\rho^{\frac{\mathfrak{L}_{12}}{W}-1-\delta_{s_{1}\bar{1}}-\delta_{s_{2}\bar{1}}}&#10;\mathrm{e}^{-\left(1+\mathcal{A}\right)\rho}&#10;\mathrm{e}^{-\mathcal{B}\rho^{\frac{2}{W^{2}}}}&#10;\hat{L}_{\left(k_{1}+v_{1}\right)\left\{\left(1+\hat{\Delta}\right)\rho\right\}}^{(\mathfrak{l}_{1}+\kappa_{1}-\delta_{s_{1}\bar{1}})}&#10;\hat{L}_{\left(k_{2}+v_{2}\right)\left\{\left(1-\hat{\Delta}\right)\rho\right\}}^{(\mathfrak{l}_{2}+\kappa_{2}-\delta_{s_{2}\bar{1}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99AAF0E-67D0-4E3C-BEB7-6D08F1C2C2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41105" y="1912062"/>
            <a:ext cx="9509790" cy="1699354"/>
          </a:xfrm>
          <a:prstGeom prst="rect">
            <a:avLst/>
          </a:prstGeom>
          <a:ln>
            <a:noFill/>
          </a:ln>
        </p:spPr>
      </p:pic>
      <p:pic>
        <p:nvPicPr>
          <p:cNvPr id="57" name="Picture 56" descr="\documentclass{article}&#10;\usepackage{amsmath,bm,eufrak}&#10;\pagestyle{empty}&#10;\begin{document}&#10;&#10;\begin{align*}&#10;\mathcal{A}&#10;&amp; =&#10;\delta_{W,1}\frac{\tilde{\alpha}}{2}\hat{\eta}&#10;+&#10;\delta_{W,2}\beta\hat{\eta}^{2}&#10;\\&#10;\mathcal{B}&#10;&amp; =&#10;\delta_{W,1}\frac{\beta}{4}\hat{\eta}^{2}&#10;+&#10;\delta_{W,2}\tilde{\alpha}\hat{\eta}&#10;\end{align*}&#10;&#10;\end{document}" title="IguanaTex Bitmap Display">
            <a:extLst>
              <a:ext uri="{FF2B5EF4-FFF2-40B4-BE49-F238E27FC236}">
                <a16:creationId xmlns:a16="http://schemas.microsoft.com/office/drawing/2014/main" id="{892952BA-A9CD-42BF-A9AF-72C0EDD13D1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080531" y="5297040"/>
            <a:ext cx="2030938" cy="90818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16B46E-CA93-48A2-9A47-A9EC8008C536}"/>
              </a:ext>
            </a:extLst>
          </p:cNvPr>
          <p:cNvGrpSpPr/>
          <p:nvPr/>
        </p:nvGrpSpPr>
        <p:grpSpPr>
          <a:xfrm>
            <a:off x="2636146" y="4255772"/>
            <a:ext cx="6919708" cy="711920"/>
            <a:chOff x="2636146" y="4255772"/>
            <a:chExt cx="6919708" cy="711920"/>
          </a:xfrm>
        </p:grpSpPr>
        <p:pic>
          <p:nvPicPr>
            <p:cNvPr id="20" name="Picture 19" descr="\documentclass{article}&#10;\usepackage{amsmath,bm,eufrak}&#10;\pagestyle{empty}&#10;\begin{document}&#10;&#10;\begin{align*}&#10;\mathrm{d}r&#10;=&#10;\frac{a_{0}\hat{\eta}}{2}\rho^{\frac{1}{W}-1}&#10;\mathrm{d}\rho&#10;\end{align*}&#10;&#10;\end{document}" title="IguanaTex Bitmap Display">
              <a:extLst>
                <a:ext uri="{FF2B5EF4-FFF2-40B4-BE49-F238E27FC236}">
                  <a16:creationId xmlns:a16="http://schemas.microsoft.com/office/drawing/2014/main" id="{FEF4FB60-91F4-4DA1-9A5C-F1E6524BE42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2636146" y="4402666"/>
              <a:ext cx="1559165" cy="415694"/>
            </a:xfrm>
            <a:prstGeom prst="rect">
              <a:avLst/>
            </a:prstGeom>
          </p:spPr>
        </p:pic>
        <p:pic>
          <p:nvPicPr>
            <p:cNvPr id="10" name="Picture 9" descr="\documentclass{article}&#10;\usepackage{amsmath,bm,eufrak}&#10;\pagestyle{empty}&#10;\begin{document}&#10;&#10;\begin{align*}&#10;1+\hat{\Delta}&#10;=&#10;\hat{\psi}_{1}^{2W}&#10;\quad&amp;\quad&#10;1-\hat{\Delta}&#10;=&#10;\hat{\psi}_{2}^{2W}&#10;\\&#10;\rho_{1}&#10;=&#10;\left(1+\hat{\Delta}\right)\rho&#10;\quad&#10;&amp;&#10;\quad&#10;\rho_{2}&#10;=&#10;\left(1-\hat{\Delta}\right)\rho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CC0A557A-044A-47E2-95D8-FEA76C97929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822704" y="4255772"/>
              <a:ext cx="3121987" cy="711920"/>
            </a:xfrm>
            <a:prstGeom prst="rect">
              <a:avLst/>
            </a:prstGeom>
          </p:spPr>
        </p:pic>
        <p:pic>
          <p:nvPicPr>
            <p:cNvPr id="44" name="Picture 43" descr="\documentclass{article}&#10;\usepackage{amsmath}&#10;\pagestyle{empty}&#10;\begin{document}&#10;&#10;\begin{equation*}&#10;\hat{\Delta} = \frac{\hat{\epsilon}+\delta}{1+\hat{\epsilon}\delta}&#10;\end{equation*}&#10;&#10;&#10;&#10;\end{document}" title="IguanaTex Bitmap Display">
              <a:extLst>
                <a:ext uri="{FF2B5EF4-FFF2-40B4-BE49-F238E27FC236}">
                  <a16:creationId xmlns:a16="http://schemas.microsoft.com/office/drawing/2014/main" id="{C07DE667-E5F1-4372-B553-721C719FC3A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572083" y="4392304"/>
              <a:ext cx="983771" cy="4364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2141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A9. Full integral rearticulated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\left(\bm{\mathcal{M}}\right)&#10;_{\left(mlk\xi\Omega\right)_{12}}&#10;&amp; =&#10;\left(\frac{\hbar^{2}}{2m_{0}a_{0}^{2}}\right)^{\kappa_{1}+\kappa_{2}}&#10;\int_{\mathcal{S}} \mathrm{d}\Omega\,&#10;\hat{\eta}^{d-2\kappa_{1}-2\kappa_{2}}&#10;\left(\sqrt{\frac{\hat{\eta}}{\eta_{1}}}\right)^{\mathfrak{L}_{1}+4\kappa_{1}}&#10;\left(\sqrt{\frac{\hat{\eta}}{\eta_{2}}}\right)^{\mathfrak{L}_{2}+4\kappa_{2}}&#10;\left(\sqrt{\vartheta_{1}}\right)^{\mathfrak{L}_{1}}&#10;\left(\sqrt{\vartheta_{2}}\right)^{\mathfrak{L}_{2}}&#10;\hat{\Sigma}&#10;\hat{Q}&#10;\\&#10;&amp; =&#10;\mathfrak{C}_{0}&#10;\int_{\mathcal{S}} \mathrm{d}\Omega\,&#10;\hat{\mathcal{V}}&#10;\hat{\Sigma}&#10;\hat{Q}&#10;\\&#10;\mathfrak{C}_{0}&#10;&amp; =&#10;\eta^{d-2\kappa_{1}-2\kappa_{2}}&#10;\left(\sqrt{\frac{\eta}{\eta_{1}}}\right)^{\mathfrak{L}_{1}+4\kappa_{1}}&#10;\left(\sqrt{\frac{\eta}{\eta_{2}}}\right)^{\mathfrak{L}_{2}+4\kappa_{2}}&#10;\left(\frac{\hbar^{2}}{2m_{0}a_{0}^{2}}\right)^{\kappa_{1}+\kappa_{2}}&#10;\\&#10;\hat{\mathcal{V}}&#10;&amp; =&#10;\frac&#10;{\left(\sqrt{\vartheta_{1}}\right)^{\mathfrak{L}_{1}}\left(\sqrt{\vartheta_{2}}\right)^{\mathfrak{L}_{2}}}&#10;{\left(\hat{\vartheta}\hat{\Xi}\right)^{\mathfrak{L}_{12}}}&#10;\end{align*}&#10;&#10;\end{document}" title="IguanaTex Bitmap Display">
            <a:extLst>
              <a:ext uri="{FF2B5EF4-FFF2-40B4-BE49-F238E27FC236}">
                <a16:creationId xmlns:a16="http://schemas.microsoft.com/office/drawing/2014/main" id="{F8A6BA6B-545E-4A48-9D91-273F28AF1F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90057" y="2269674"/>
            <a:ext cx="10411886" cy="303773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5174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1585-F54E-4380-964E-1E9B47B29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537366"/>
            <a:ext cx="6675120" cy="2340897"/>
          </a:xfrm>
        </p:spPr>
        <p:txBody>
          <a:bodyPr/>
          <a:lstStyle/>
          <a:p>
            <a:r>
              <a:rPr lang="en-US" dirty="0"/>
              <a:t>B. </a:t>
            </a:r>
            <a:r>
              <a:rPr lang="en-US" dirty="0" err="1"/>
              <a:t>COMplETING</a:t>
            </a:r>
            <a:r>
              <a:rPr lang="en-US" dirty="0"/>
              <a:t> RADIAL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62812-7B1E-498B-B24A-565BDF2364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1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B1. Radial integral completed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\mathcal{J}_{\left(st\right)_{12}}&#10;&amp; =&#10;\int_{0}^{\infty} \mathrm{d}\rho\,&#10;\rho^{\frac{\mathfrak{L}_{12}}{W}-1-\delta_{s_{1}\bar{1}}-\delta_{s_{2}\bar{1}}}&#10;\mathrm{e}^{-\left(1+\mathcal{A}\right)\rho}&#10;\mathrm{e}^{-\mathcal{B}\rho^{\frac{2}{W^{2}}}}&#10;\hat{L}_{k_{1}+t_{1}\left\{\left(1+\hat{\Delta}\right)\rho\right\}}^{(\mathfrak{l}_{1}+\kappa_{1}-\delta_{s_{1}\bar{1}})}&#10;\hat{L}_{k_{2}+t_{2}\left\{\left(1-\hat{\Delta}\right)\rho\right\}}^{(\mathfrak{l}_{2}+\kappa_{2}-\delta_{s_{2}\bar{1}})}&#10;\\&#10;&amp; =&#10;\frac{1}{\left(1+\mathcal{A}\right)^{\frac{\mathfrak{L}_{12}}{W}-\delta_{s_{1}\bar{1}}-\delta_{s_{2}\bar{1}}}}&#10;\sum_{u_{1}=0}^{k_{1}+t_{1}}&#10;\sum_{u_{2}=0}^{k_{2}+t_{2}}&#10;\sum_{v_{1}=u_{1}}^{k_{1}+t_{1}}&#10;\sum_{v_{2}=u_{2}}^{k_{2}+t_{2}}&#10;(-1)^{v_{1}+v_{2}}&#10;\mathfrak{F}_{\left(stuv\right)_{12}}&#10;\hat{x}_{+}^{u_{1}}\hat{x}_{-}^{u_{2}}&#10;\mathcal{F}_{W\left(\frac{\mathfrak{L}_{12}}{W}-\delta_{s_{1}\bar{1}}-\delta_{s_{2}\bar{1}}+v_{1}+v_{2}\right)}^{(W)}&#10;\\&#10;\end{align*}&#10;&#10;\end{document}" title="IguanaTex Bitmap Display">
            <a:extLst>
              <a:ext uri="{FF2B5EF4-FFF2-40B4-BE49-F238E27FC236}">
                <a16:creationId xmlns:a16="http://schemas.microsoft.com/office/drawing/2014/main" id="{E2EF701F-15BF-4C5F-B6A5-B4129BF20F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606860" y="1944808"/>
            <a:ext cx="8978280" cy="1205637"/>
          </a:xfrm>
          <a:prstGeom prst="rect">
            <a:avLst/>
          </a:prstGeom>
          <a:ln>
            <a:noFill/>
          </a:ln>
        </p:spPr>
      </p:pic>
      <p:pic>
        <p:nvPicPr>
          <p:cNvPr id="22" name="Picture 21" descr="\documentclass{article}&#10;\usepackage{amsmath,bm,eufrak}&#10;\pagestyle{empty}&#10;\begin{document}&#10;&#10;\begin{align*}&#10;\hat{x}_{+}&#10;=&#10;\frac{-\mathcal{A}+\hat{\Delta}}{1+\mathcal{A}}&#10;\quad\quad&#10;\hat{x}_{-}&#10;=&#10;\frac{-\mathcal{A}-\hat{\Delta}}{1+\mathcal{A}}&#10;\quad\quad&#10;\mathcal{A}&#10;=&#10;\delta_{W,1}\frac{\tilde{\alpha}}{2}\hat{\eta}&#10;+&#10;\delta_{W,2}\beta\hat{\eta}^{2}&#10;\quad\quad&#10;\mathcal{B}&#10;&amp; =&#10;\delta_{W,1}\frac{\beta}{4}\hat{\eta}^{2}&#10;+&#10;\delta_{W,2}\tilde{\alpha}\hat{\eta}&#10;\\&#10;\end{align*}&#10;&#10;\end{document}" title="IguanaTex Bitmap Display">
            <a:extLst>
              <a:ext uri="{FF2B5EF4-FFF2-40B4-BE49-F238E27FC236}">
                <a16:creationId xmlns:a16="http://schemas.microsoft.com/office/drawing/2014/main" id="{988E6C31-E66A-428B-AAED-5329BF3776E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651197" y="3657167"/>
            <a:ext cx="6889607" cy="423467"/>
          </a:xfrm>
          <a:prstGeom prst="rect">
            <a:avLst/>
          </a:prstGeom>
        </p:spPr>
      </p:pic>
      <p:pic>
        <p:nvPicPr>
          <p:cNvPr id="20" name="Picture 19" descr="\documentclass{article}&#10;\usepackage{amsmath,bm,eufrak}&#10;\pagestyle{empty}&#10;\begin{document}&#10;&#10;&#10;\begin{align*}&#10;\mathcal{F}_{L}^{(1)}&#10;&amp; =&#10;\frac{\sqrt{\pi}}{\Gamma\left[\frac{L+1}{2}\right]}&#10;\left(\mathcal{Z}^{(1)}\right)^{L}&#10;h_{L\left\{\mathcal{Z}^{(1)}\right\}}&#10;&amp;&#10;\mathcal{Z}^{(1)}&#10;&amp;\equiv&#10;\frac{1+\mathcal{A}}{\sqrt{4\mathcal{B}}}&#10;=&#10;\frac&#10;{1+\frac{\tilde{\alpha}\hat{\eta}}{2}}&#10;{\sqrt{\beta\hat{\eta}^{2}}}&#10;\\&#10;\mathcal{F}_{L}^{(2)}&#10;&amp; =&#10;h_{L\left\{\mathcal{Z}^{(2)}\right\}}&#10;&amp;&#10;\mathcal{Z}^{(2)}&#10;&amp;\equiv&#10;\frac{\frac{1}{2}\mathcal{B}}{\sqrt{1+\mathcal{A}}}&#10;=&#10;\frac{\tilde{\alpha}\hat{\eta}}&#10;{2\sqrt{1+\beta\hat{\eta}^{2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8607F9F7-E382-41C4-9F4C-1E5C8D3E234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446399" y="4587356"/>
            <a:ext cx="5299202" cy="104533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align*}&#10;\mathfrak{F}_{\left(stuv\right)_{12}}&#10;&amp; =&#10;\frac&#10;{&#10;\sqrt{(k_{1}+t_{1})!(k_{2}+t_{2})!(k_{1}+t_{1}+\mathfrak{l}_{1}+\kappa_{1}-\delta_{s_{1},-1})!(k_{2}+t_{2}+\mathfrak{l}_{2}+\kappa_{2}-\delta_{s_{2},-1})!}&#10;\left(\frac{\mathfrak{L}_{12}}{W}-1-\delta_{s_{1}\bar{1}}-\delta_{s_{2}\bar{1}}+v_{1}+v_{2}\right)!&#10;}&#10;{&#10;(k_{1}+t_{1}-v_{1})!(k_{2}+t_{2}-v_{2})!&#10;(\mathfrak{l}_{1}+\kappa_{1}-\delta_{s_{1},-1}+v_{1})!(\mathfrak{l}_{2}+\kappa_{2}-\delta_{s_{2},-1}+v_{2})!&#10;u_{1}!u_{2}!(v_{1}-u_{1})!(v_{2}-u_{2})!&#10;}&#10;\\&#10;\end{align*}&#10;\end{document}" title="IguanaTex Bitmap Display">
            <a:extLst>
              <a:ext uri="{FF2B5EF4-FFF2-40B4-BE49-F238E27FC236}">
                <a16:creationId xmlns:a16="http://schemas.microsoft.com/office/drawing/2014/main" id="{8C7F79AE-ACAC-41D4-85F2-FF67D306F09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418669" y="6139411"/>
            <a:ext cx="9354662" cy="4597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9824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B2a. Radial integral refined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\mathcal{J}_{\left(st\right)_{12}}&#10;&amp; =&#10;\sum_{u_{1}=0}^{k_{1}+t_{1}}&#10;\sum_{u_{2}=0}^{k_{2}+t_{2}}&#10;\sum_{v_{1}=u_{1}}^{k_{1}+t_{1}}&#10;\sum_{v_{2}=u_{2}}^{k_{2}+t_{2}}&#10;(-1)^{u_{1}+u_{2}+v_{1}+v_{2}}&#10;\mathfrak{F}_{\left(stuv\right)_{12}}&#10;\mathcal{G}_{\left(\mathfrak{L}_{12}-W\left(\delta_{s_{1}\bar{1}}+\delta_{s_{2}\bar{1}}\right)\right);\left(u\right)_{12}\left(v_{1}+v_{2}\right)}&#10;\\&#10;\mathcal{G}_{L;\left(u\right)_{12}w}&#10;&amp; = &#10;\left(1-\hat{z}(1+\hat{\Delta})\right)^{u_{1}}\left(1-\hat{z}(1-\hat{\Delta})\right)^{u_{2}}&#10;\hat{z}^{\frac{L}{W}}&#10;\mathcal{F}_{\left(L+Ww\right)\left\{\hat{\mathcal{Z}}\right\}}^{(W)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D63365-B990-4F10-865E-2CE04C76F62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96264" y="2042774"/>
            <a:ext cx="7799472" cy="1120304"/>
          </a:xfrm>
          <a:prstGeom prst="rect">
            <a:avLst/>
          </a:prstGeom>
          <a:ln>
            <a:noFill/>
          </a:ln>
        </p:spPr>
      </p:pic>
      <p:pic>
        <p:nvPicPr>
          <p:cNvPr id="22" name="Picture 21" descr="\documentclass{article}&#10;\usepackage{amsmath,bm,eufrak}&#10;\pagestyle{empty}&#10;\begin{document}&#10;&#10;\begin{align*}&#10;\hat{z}&#10;&amp; \equiv&#10;\frac{1}{1+\mathcal{A}}&#10;=&#10;\frac{1}{1+\delta_{W,1}\frac{\tilde{\alpha}\hat{\eta}}{2}+\delta_{W,2}\beta\hat{\eta}^{2}}&#10;\\&#10;\hat{\mathcal{Z}}&#10;&amp; \equiv&#10;\delta_{W,1}\left(\frac{1+\frac{\tilde{\alpha}\hat{\eta}}{2}}{\sqrt{\beta\hat{\eta}^{2}}}\right)&#10;+\delta_{W,2}\left(\frac{\tilde{\alpha}\hat{\eta}}{2\sqrt{1+\beta\hat{\eta}^{2}}}\right)&#10;=&#10;\frac&#10;{\delta_{W,1}+\frac{\tilde{\alpha}\hat{\eta}}{2}}&#10;{\sqrt{\delta_{W,2}+\beta\hat{\eta}^{2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2C803241-D28C-4316-877F-816B42CE335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02664" y="3524419"/>
            <a:ext cx="4586672" cy="1045335"/>
          </a:xfrm>
          <a:prstGeom prst="rect">
            <a:avLst/>
          </a:prstGeom>
        </p:spPr>
      </p:pic>
      <p:pic>
        <p:nvPicPr>
          <p:cNvPr id="16" name="Picture 15" descr="\documentclass{article}&#10;\usepackage{amsmath,bm,eufrak}&#10;\pagestyle{empty}&#10;\begin{document}&#10;&#10;\begin{align*}&#10;\mathcal{F}_{M\left\{\hat{\mathcal{Z}}\right\}}^{(1)}&#10;&amp; =&#10;\frac{\sqrt{\pi}}{\Gamma\left[\frac{M+1}{2}\right]}&#10;\hat{\mathcal{Z}}^{M}&#10;h_{M\left\{\hat{\mathcal{Z}}\right\}}&#10;\\&#10;\mathcal{F}_{M\left\{\hat{\mathcal{Z}}\right\}}^{(2)}&#10;&amp; =&#10;h_{M\left\{\hat{\mathcal{Z}}\right\}}&#10;\\&#10;\end{align*}&#10;&#10;\end{document}" title="IguanaTex Bitmap Display">
            <a:extLst>
              <a:ext uri="{FF2B5EF4-FFF2-40B4-BE49-F238E27FC236}">
                <a16:creationId xmlns:a16="http://schemas.microsoft.com/office/drawing/2014/main" id="{2E2D0D8D-8DE9-4AFC-AA32-5566CAABB2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928534" y="4931095"/>
            <a:ext cx="2334933" cy="8522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944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B2b. Radial integral result refined</a:t>
            </a:r>
          </a:p>
        </p:txBody>
      </p:sp>
      <p:pic>
        <p:nvPicPr>
          <p:cNvPr id="3" name="Picture 2" descr="\documentclass{article}&#10;\usepackage{amsmath,bm,eufrak}&#10;\pagestyle{empty}&#10;\begin{document}&#10;&#10;\begin{align*}&#10;\mathcal{J}_{\left(s\right)_{12}}&#10;&amp; =&#10;\sum_{t_{1}=-2\kappa_{1}}^{\kappa_{1}+\delta_{s_{1}\bar{1}}}&#10;\sum_{t_{2}=-2\kappa_{2}}^{\kappa_{2}+\delta_{s_{2}\bar{1}}}&#10;\left(\frac{W}{2}\right)^{d}&#10;h^{(\kappa_{1})}_{\left(lk,st\right)_{1}}&#10;h^{(\kappa_{2})}_{\left(lk,st\right)_{2}}&#10;\mathcal{J}_{\left(st\right)_{12}}&#10;\\&#10;&amp; =&#10;\sum_{u_{1}=0}^{\mathcal{K}_{1}}&#10;\sum_{u_{2}=0}^{\mathcal{K}_{2}}&#10;\sum_{w=u_{1}+u_{2}}^{\mathcal{K}_{1}+\mathcal{K}_{2}}&#10;(-1)^{u_{1}+u_{2}+w}&#10;\left(\frac{W}{2}\right)^{d}&#10;\Gamma\left[\frac{\mathfrak{L}_{12}}{W}-\delta_{s_{1}\bar{1}}-\delta_{s_{2}\bar{1}}+w\right]&#10;\mathcal{C}_{\left(su\right)_{12}w}&#10;\mathcal{G}_{\mathcal{L}_{12}-W\left(\delta_{s_{1}\bar{1}}+\delta_{s_{2}\bar{1}}\right);\left(u\right)_{12}w}&#10;\\&#10;\mathcal{C}_{\left(su\right)_{12}w}&#10;&amp; = &#10;\frac{1}{u_{1}!u_{2}!}&#10;\sum_{v_{1}=u_{1}}^{\mathcal{K}_{1}}&#10;\sum_{v_{2}=u_{2}}^{\mathcal{K}_{2}}&#10;\frac&#10;{&#10;\delta_{w,v_{1}+v_{2}}&#10;g_{\left(sv\right)_{1}}^{(\kappa_{1})}&#10;g_{\left(sv\right)_{2}}^{(\kappa_{2})}&#10;}&#10;{(\mathfrak{l}_{1}+\kappa_{1}-\delta_{s_{1}\bar{1}}+v_{1})!(\mathfrak{l}_{2}+\kappa_{2}-\delta_{s_{2}\bar{1}}+v_{2})!(v_{1}-u_{1})!(v_{2}-u_{2})!}&#10;\\&#10;g_{sv}^{(\kappa)}&#10;&amp; =&#10;\sum_{t=\text{Max}\left\{v,k-2\kappa\right\}}^{k+\kappa+\delta_{s\bar{1}}}&#10;\frac&#10;{&#10;h_{lk,s\left(t-k\right)}^{(\kappa)}&#10;\sqrt{t!(t+\mathfrak{l}+\kappa-\delta_{s\bar{1}})!}&#10;}&#10;{(t-v)!}&#10;\end{align*}&#10;&#10;\end{document}" title="IguanaTex Bitmap Display">
            <a:extLst>
              <a:ext uri="{FF2B5EF4-FFF2-40B4-BE49-F238E27FC236}">
                <a16:creationId xmlns:a16="http://schemas.microsoft.com/office/drawing/2014/main" id="{5EF3024E-A56A-44F5-9669-E4738CC712B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61827" y="2098235"/>
            <a:ext cx="9468347" cy="29269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1693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B3. Making kinetic effect explicit</a:t>
            </a:r>
          </a:p>
        </p:txBody>
      </p:sp>
      <p:pic>
        <p:nvPicPr>
          <p:cNvPr id="12" name="Picture 11" descr="\documentclass{article}&#10;\usepackage{amsmath,bm,eufrak}&#10;\pagestyle{empty}&#10;\begin{document}&#10;&#10;\begin{align*}&#10;g_{sv}^{(\kappa)}&#10;&amp; =&#10;\sum_{t=\text{Max}\left\{v,k-2\kappa\right\}}^{k+\kappa+\delta_{s,-1}}&#10;\frac&#10;{&#10;h_{lk,s\left(t-k\right)}^{(\kappa)}\sqrt{t!(t+\mathfrak{l}+\kappa-\delta_{s\bar{1}})!}&#10;}&#10;{(t-v)!}&#10;\\&#10;&amp; = &#10;\sum_{t=0}^{T}&#10;\frac&#10;{&#10;h_{lk,s\left(\kappa+\delta_{s\bar{1}}-t\right)}^{(\kappa)}&#10;\sqrt{(k+\kappa+\delta_{s\bar{1}}-t)!(\mathfrak{l}+k+2\kappa-t)!}&#10;}&#10;{(k+\kappa+\delta_{s\bar{1}}-v-t)!}&#10;\\&#10;T&#10;&amp; =&#10;\text{Min}\left\{k+\kappa+\delta_{s\bar{1}}-v,3\kappa+\delta_{s\bar{1}}\right\}&#10;\\&#10;&amp; = &#10;\frac{\sqrt{k!(\mathfrak{l}+k)!}}{\left(k+\kappa+\delta_{s\bar{1}}-v\right)!}&#10;\sum_{t=0}^{T}&#10;h_{lk,s\left(\kappa+\delta_{s\bar{1}}-t\right)}^{(\kappa)}&#10;\frac{\left(k+\kappa+\delta_{s\bar{1}}-v\right)!}{\left(k+\kappa+\delta_{s\bar{1}}-v-t\right)!}&#10;\sqrt{&#10;\frac&#10;{(k+\kappa+\delta_{s\bar{1}}-t)!}&#10;{k!}&#10;\frac&#10;{(\mathfrak{l}+k+2\kappa-t)!}&#10;{(\mathfrak{l}+k)!}&#10;}&#10;\\&#10;&amp; = &#10;\frac{\sqrt{k!(\mathfrak{l}+k)!}}{\left(k+\kappa+\delta_{s\bar{1}}-v\right)!}&#10;\left(1 + \kappa\left(\mathcal{G}_{s\left(k+\kappa+\delta_{s\bar{1}}-v\right)}-1\right)\right)&#10;\\&#10;\mathcal{G}_{sx}&#10;&amp; = &#10;\sum_{t=0}^{\text{Min}\left\{x,3+\delta_{s\bar{1}}\right\}}&#10;g_{lk,s\left(1+\delta_{s\bar{1}}-t\right)}&#10;\frac{x!}{\left(x-t\right)!}&#10;\sqrt{&#10;\frac&#10;{(k+1+\delta_{s\bar{1}}-t)!}&#10;{k!}&#10;\frac&#10;{(\mathfrak{l}+k+2-t)!}&#10;{(\mathfrak{l}+k)!}&#10;}&#10;\\&#10;\end{align*}&#10;&#10;\end{document}" title="IguanaTex Bitmap Display">
            <a:extLst>
              <a:ext uri="{FF2B5EF4-FFF2-40B4-BE49-F238E27FC236}">
                <a16:creationId xmlns:a16="http://schemas.microsoft.com/office/drawing/2014/main" id="{4D6C8213-EBD3-4086-AF98-040C7E3F177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25060" y="2089520"/>
            <a:ext cx="7741881" cy="33173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739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B4. Some precalculated coefficients introduced</a:t>
            </a:r>
          </a:p>
        </p:txBody>
      </p:sp>
      <p:pic>
        <p:nvPicPr>
          <p:cNvPr id="32" name="Picture 31" descr="\documentclass{article}&#10;\usepackage{amsmath,bm,eufrak}&#10;\pagestyle{empty}&#10;\begin{document}&#10;&#10;\begin{align*}&#10;\mathcal{C}_{\left(su\right)_{12}w}&#10;&amp; = &#10;\frac{1}{u_{1}!u_{2}!}&#10;\sum_{v_{1}=u_{1}}^{\mathcal{K}_{1}}&#10;\sum_{v_{2}=u_{2}}^{\mathcal{K}_{2}}&#10;\frac&#10;{&#10;\delta_{w,v_{1}+v_{2}}&#10;g_{\left(sv\right)_{1}}^{(\kappa_{1})}&#10;g_{\left(sv\right)_{2}}^{(\kappa_{2})}&#10;}&#10;{(\mathfrak{l}_{1}+\kappa_{1}-\delta_{s_{1}\bar{1}}+v_{1})!(\mathfrak{l}_{2}+\kappa_{2}-\delta_{s_{2}\bar{1}}+v_{2})!(v_{1}-u_{1})!(v_{2}-u_{2})!}&#10;\\&#10;&amp; = &#10;\frac{k_{1}!}{\mathcal{K}_{1}!}&#10;\frac{k_{2}!}{\mathcal{K}_{2}!}&#10;\sum_{w_{1}=0}^{\mathcal{K}_{1}-u_{1}}&#10;\sum_{w_{2}=0}^{\mathcal{K}_{2}-u_{2}}&#10;\delta_{w,\mathcal{K}_{1}+\mathcal{K}_{2}-w_{1}-w_{2}}&#10;\frac&#10;{\mathcal{K}_{1}!\sqrt{(\mathfrak{l}_{1}+k_{1})!}\left(1 + \kappa_{1}\left(\mathcal{G}_{\left(sw\right)_{1}}-1\right)\right)}&#10;{\sqrt{k_{1}!}u_{1}!(\mathfrak{l}_{1}+\kappa_{1}-\delta_{s_{1}\bar{1}}+\mathcal{K}_{1}-w_{1})!(\mathcal{K}_{1}-w_{1}-u_{1})!w_{1}!}&#10;\frac&#10;{\mathcal{K}_{2}!\sqrt{(\mathfrak{l}_{2}+k_{2})!}\left(1 + \kappa_{2}\left(\mathcal{G}_{\left(sw\right)_{2}}-1\right)\right)}&#10;{\sqrt{k_{2}!}u_{2}!(\mathfrak{l}_{2}+\kappa_{2}-\delta_{s_{2}\bar{1}}+\mathcal{K}_{2}-w_{2})!(\mathcal{K}_{2}-w_{2}-u_{2})!w_{2}!}&#10;\\&#10;&amp; = &#10;\frac{k_{1}!}{\mathcal{K}_{1}!}&#10;\frac{k_{2}!}{\mathcal{K}_{2}!}&#10;\mathcal{H}_{\left(s\left(\mathcal{K}-u\right)\right)_{12}\left(\mathcal{K}_{1}+\mathcal{K}_{2}-w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08D68941-A317-4A0F-BB1A-D51EB2A840E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33031" y="1826611"/>
            <a:ext cx="10325939" cy="145097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0" name="Picture 39" descr="\documentclass{article}&#10;\usepackage{amsmath,bm,eufrak}&#10;\pagestyle{empty}&#10;\begin{document}&#10;&#10;\begin{align*}&#10;\mathcal{H}_{\left(s\mathcal{U}\right)_{12}\mathcal{W}}&#10;&amp; = &#10;\sum_{w_{1}=0}^{\mathcal{U}_{1}}&#10;\sum_{w_{2}=0}^{\mathcal{U}_{2}}&#10;\delta_{w_{1}+w_{2},\mathcal{W}}&#10;\mathcal{H}_{\left(s\mathcal{U}w\right)_{1}}&#10;\mathcal{H}_{\left(s\mathcal{U}w\right)_{2}}&#10;\\&#10;&amp; = &#10;\sum_{x=\text{Max}\left\{0,\mathcal{W}-\mathcal{U}_{2}\right\}}^{\text{Min}\left\{\mathcal{U}_{1},\mathcal{W}\right\}}&#10;\mathcal{H}_{\left(s\mathcal{U}\right)_{1}x}&#10;\mathcal{H}_{\left(s\mathcal{U}\right)_{2}\left(\mathcal{W}-x\right)}&#10;\\&#10;\mathcal{H}_{s\mathcal{U}w}&#10;&amp; =&#10;\frac{\mathcal{K}!\sqrt{(\mathfrak{l}+k)!}\left(1 + \kappa\left(\mathcal{G}_{sw}-1\right)\right)}{\sqrt{k!}(\mathcal{K}-\mathcal{U})!(\mathfrak{l}+k+2\kappa-w)!(\mathcal{U}-w)!w!}&#10;=&#10;\frac{1}{\sqrt{k!(\mathfrak{l}+k)!}}&#10;\frac{\mathcal{K}!}{\mathcal{U}!(\mathcal{K}-\mathcal{U})!}&#10;\frac{\mathcal{U}!}{w!(\mathcal{U}-w)!}&#10;\frac{(\mathfrak{l}+k)!}{(\mathfrak{l}+k-w)!}&#10;\frac{(\mathfrak{l}+k-w)!\left(1 + \kappa\left(\mathcal{G}_{sw}-1\right)\right)}{(\mathfrak{l}+k+2\kappa-w)!}&#10;\\&#10;&amp; =&#10;\frac{1}{\sqrt{k!(\mathfrak{l}+k)!}}&#10;\begin{pmatrix}&#10;\mathcal{K} \\&#10;\mathcal{U}&#10;\end{pmatrix}&#10;\begin{pmatrix}&#10;\mathcal{U} \\&#10;w&#10;\end{pmatrix}&#10;(\mathfrak{l}+k)^{\underline{w}}&#10;\mathcal{I}_{sx}&#10;\\&#10;\mathcal{I}_{sx}&#10;&amp; = &#10;\frac{(\mathfrak{l}+k-x)!}{(\mathfrak{l}+k+2\kappa-x)!}&#10;\left(1 + \kappa\left(\mathcal{G}_{sx}-1\right)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FF597043-35A0-4839-9CF9-92BA18B63DD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80797" y="3863924"/>
            <a:ext cx="10230406" cy="281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0" name="Picture 9" descr="\documentclass{article}&#10;\usepackage{amsmath,bm,eufrak}&#10;\pagestyle{empty}&#10;\begin{document}&#10;&#10;\begin{align*}&#10;\mathcal{K}_{i}&#10;&amp; =&#10;k_{i} + \kappa_{i} + \delta_{s_{i}\bar{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BBE50053-C408-4D5B-989E-0ABD78A6653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79199" y="3480088"/>
            <a:ext cx="1433602" cy="1813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1339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B5. Further </a:t>
            </a:r>
            <a:r>
              <a:rPr lang="en-US" dirty="0" err="1"/>
              <a:t>precalculation</a:t>
            </a:r>
            <a:r>
              <a:rPr lang="en-US" dirty="0"/>
              <a:t> elaboration</a:t>
            </a:r>
          </a:p>
        </p:txBody>
      </p:sp>
      <p:pic>
        <p:nvPicPr>
          <p:cNvPr id="7" name="Picture 6" descr="\documentclass{article}&#10;\usepackage{amsmath,bm,eufrak}&#10;\pagestyle{empty}&#10;\begin{document}&#10;&#10;\begin{gather*}&#10;\mathcal{G}_{sx}&#10;= &#10;\sum_{t=0}^{\text{Min}\left\{x,3+\delta_{s\bar{1}}\right\}}&#10;g_{lk,s\left(1+\delta_{s\bar{1}}-t\right)}&#10;\frac{x!}{(x-t)!}&#10;\sqrt{&#10;\frac&#10;{(k+1+\delta_{s\bar{1}}-t)!}&#10;{k!}&#10;\frac&#10;{(\mathfrak{l}+k+2-t)!}&#10;{(\mathfrak{l}+k)!}&#10;}&#10;\end{gather*}&#10;&#10;\end{document}" title="IguanaTex Bitmap Display">
            <a:extLst>
              <a:ext uri="{FF2B5EF4-FFF2-40B4-BE49-F238E27FC236}">
                <a16:creationId xmlns:a16="http://schemas.microsoft.com/office/drawing/2014/main" id="{5395DB9D-5EDA-42E5-B2D2-2A003D5B99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9924" y="4845937"/>
            <a:ext cx="6512153" cy="616839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\documentclass{article}&#10;\usepackage{amsmath,bm,eufrak}&#10;\pagestyle{empty}&#10;\begin{document}&#10;&#10;\begin{align*}&#10;\mathcal{I}_{sx}&#10;&amp; =&#10;\frac{(\mathfrak{l}+k-x)!}{(\mathfrak{l}+k+2\kappa-x)!}\left(1 + \kappa\left(\mathcal{G}_{sx}-1\right)\right)&#10;\\&#10;&amp; =&#10;\left(1 - \kappa\right)+ \kappa\frac{(\mathfrak{l}+k-x)!}{(\mathfrak{l}+k+2-x)!}\mathcal{G}_{sx}&#10;\\&#10;&amp; = &#10;1 + \kappa \mathcal{H}_{k\mathfrak{l},sx}&#10;\\&#10;\mathcal{H}_{sx}&#10;&amp; =&#10;\frac{\mathcal{G}_{sx}}{(\mathfrak{l}+k+1-x)(\mathfrak{l}+k+2-x)}-1&#10;\\&#10;\end{align*}&#10;&#10;\end{document}" title="IguanaTex Bitmap Display">
            <a:extLst>
              <a:ext uri="{FF2B5EF4-FFF2-40B4-BE49-F238E27FC236}">
                <a16:creationId xmlns:a16="http://schemas.microsoft.com/office/drawing/2014/main" id="{0E6B7B27-348D-4A93-B313-5351F8FE4A5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97902" y="2391555"/>
            <a:ext cx="3596196" cy="19078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8192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B6. Expanding a factor in the kinetic </a:t>
            </a:r>
            <a:r>
              <a:rPr lang="en-US" dirty="0" err="1"/>
              <a:t>precalculation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8AFCFF-5738-4CEB-A4AE-513645DC1432}"/>
              </a:ext>
            </a:extLst>
          </p:cNvPr>
          <p:cNvGrpSpPr/>
          <p:nvPr/>
        </p:nvGrpSpPr>
        <p:grpSpPr>
          <a:xfrm>
            <a:off x="1410118" y="1924193"/>
            <a:ext cx="9371764" cy="1242211"/>
            <a:chOff x="1410118" y="1924193"/>
            <a:chExt cx="9371764" cy="1242211"/>
          </a:xfrm>
        </p:grpSpPr>
        <p:pic>
          <p:nvPicPr>
            <p:cNvPr id="5" name="Picture 4" descr="\documentclass{article}&#10;\usepackage{amsmath,bm,eufrak}&#10;\pagestyle{empty}&#10;\begin{document}&#10;&#10;\begin{align*}&#10;\mathcal{G}_{(0\slash 1)x}&#10;&amp;= &#10;\sum_{t=0}^{\text{Min}\left\{x,3\right\}}&#10;g_{lk,1-t}^{(0\slash 1)}&#10;\frac{x!}{(x-t)!}&#10;\sqrt{\frac{(k+1-t)!}{k!}\frac{(\mathfrak{l}+k+2-t)!}{(\mathfrak{l}+k)!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D3C3EB7C-1D02-4B42-B940-01F169738E0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3728525" y="1924193"/>
              <a:ext cx="4734951" cy="53973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Picture 11" descr="\documentclass{article}&#10;\usepackage{amsmath,bm,eufrak}&#10;\pagestyle{empty}&#10;\begin{document}&#10;&#10;\begin{align*}&#10;\mathcal{G}_{0x}&#10;&amp;=&#10;-x^3&#10;+\left(-k+2\delta_{W,2}\right)x^2&#10;+((k+\mathfrak{l})(k+\mathfrak{l}+2\delta_{W,2})-(\mathfrak{l}+1))x&#10;+(k+1)(\mathfrak{l}+k+1)(\mathfrak{l}+k+2)&#10;\\&#10;\mathcal{G}_{1x}&#10;&amp;=&#10;-x^3&#10;+(-k+2(\mathfrak{l}+1)+2\delta_{W,2})x^2&#10;+((k-1)(k-1+2\delta_{W,2})-(\mathfrak{l}+1)(\mathfrak{l}+2-2\delta_{W,2}))x&#10;+(k+1)(\mathfrak{l}+k+1)(\mathfrak{l}+k+2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92602F97-96FF-4217-B477-C4F59740DB3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410118" y="2672532"/>
              <a:ext cx="9371764" cy="493872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05C1C3-35B5-42CB-82C7-23E846426205}"/>
              </a:ext>
            </a:extLst>
          </p:cNvPr>
          <p:cNvGrpSpPr/>
          <p:nvPr/>
        </p:nvGrpSpPr>
        <p:grpSpPr>
          <a:xfrm>
            <a:off x="448000" y="4557106"/>
            <a:ext cx="11296001" cy="1263837"/>
            <a:chOff x="448000" y="4557106"/>
            <a:chExt cx="11296001" cy="1263837"/>
          </a:xfrm>
        </p:grpSpPr>
        <p:pic>
          <p:nvPicPr>
            <p:cNvPr id="17" name="Picture 16" descr="\documentclass{article}&#10;\usepackage{amsmath,bm,eufrak}&#10;\pagestyle{empty}&#10;\begin{document}&#10;&#10;\begin{align*}&#10;\mathcal{G}_{\bar{1}x}&#10;&amp;= &#10;\sum_{t=0}^{\text{Min}\left\{x,4\right\}}&#10;g_{lk,2-t}^{(-1)}&#10;\frac{x!}{(x-t)!}&#10;\sqrt{&#10;\frac&#10;{(k+2-t)!}&#10;{k!}&#10;\frac&#10;{(\mathfrak{l}+k+2-t)!}&#10;{(\mathfrak{l}+k)!}&#10;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D471E3F9-5568-4F2B-8D5C-BE3CFC062E9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4175544" y="4557106"/>
              <a:ext cx="3840913" cy="46262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" name="Picture 22" descr="\documentclass{article}&#10;\usepackage{amsmath,bm,eufrak}&#10;\pagestyle{empty}&#10;\begin{document}&#10;&#10;\begin{align*}&#10;\mathcal{G}_{\bar{1}x}^{(W=1)}&#10;&amp; =&#10;-x^{4}&#10;+2(\mathfrak{l}-2)x^{3}&#10;+(2k(\mathfrak{l}+k+1)-\mathfrak{l}(\mathfrak{l}-5)-1)x^2&#10;+(-2k(k(\mathfrak{l}-4)+(\mathfrak{l}-2)\mathfrak{l}-9) - \mathfrak{l}(\mathfrak{l}-1) + 16)x&#10;-(k+1)(k+2)(\mathfrak{l}+k+1)(\mathfrak{l}+k+2)&#10;\\&#10;\mathcal{G}_{\bar{1}x}^{(W=2)}&#10;&amp; =&#10;-x^{4}&#10;+2(\mathfrak{l}-1)x^{3}&#10;+(2k(\mathfrak{l}+k+1)-\mathfrak{l}(\mathfrak{l}+1)-1)x^2&#10;+(-2k(k(\mathfrak{l}-1)+(\mathfrak{l}+1)\mathfrak{l}-3) - \mathfrak{l}(\mathfrak{l}-1) + 4)x&#10;-(k+1)(k+2)(\mathfrak{l}+k+1)(\mathfrak{l}+k+2)&#10;\end{align*}&#10;&#10;\end{document}" title="IguanaTex Bitmap Display">
              <a:extLst>
                <a:ext uri="{FF2B5EF4-FFF2-40B4-BE49-F238E27FC236}">
                  <a16:creationId xmlns:a16="http://schemas.microsoft.com/office/drawing/2014/main" id="{2CC3874A-42CB-48BE-A478-81D2CB4B281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48000" y="5249209"/>
              <a:ext cx="11296001" cy="5717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76645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B7. Kinetic precalculated coefficient expanded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605371-AC56-4745-8B85-88E851DB022B}"/>
              </a:ext>
            </a:extLst>
          </p:cNvPr>
          <p:cNvGrpSpPr/>
          <p:nvPr/>
        </p:nvGrpSpPr>
        <p:grpSpPr>
          <a:xfrm>
            <a:off x="2974924" y="2346608"/>
            <a:ext cx="6242153" cy="2164784"/>
            <a:chOff x="2974924" y="2346608"/>
            <a:chExt cx="6242153" cy="2164784"/>
          </a:xfrm>
        </p:grpSpPr>
        <p:pic>
          <p:nvPicPr>
            <p:cNvPr id="12" name="Picture 11" descr="\documentclass{article}&#10;\usepackage{amsmath,bm,eufrak}&#10;\pagestyle{empty}&#10;\begin{document}&#10;&#10;\begin{align*}&#10;\mathcal{H}_{1x}&#10;&amp;=&#10;k-x&#10;+\frac&#10;{2x(2x(k+\delta_{W,2}-x)+\delta_{W,1})}&#10;{\mathfrak{l}+k+1-x}&#10;+\frac&#10;{4x(-k+x-\delta_{W,2})(x-1)}&#10;{\mathfrak{l}+k+2-x}&#10;\\&#10;\mathcal{H}_{0x}&#10;&amp;=&#10;k+x&#10;+\frac&#10;{2x\left(k-\delta_{W,1}\left(x-1\right)+\delta_{W,2}x\right)}&#10;{\mathfrak{l}+k+1-x}&#10;+&#10;\delta_{W,1}&#10;\frac&#10;{4(x-1)x}&#10;{\mathfrak{l}+k+2-x}&#10;\\&#10;\mathcal{H}_{\bar{1}x}&#10;&amp; =&#10;-(k+1+x)(k+2+x)+2x-1&#10;+&#10;\delta_{W,1}&#10;\left(&#10;\frac&#10;{6x(k+2-x)}&#10;{\mathfrak{l}+k+1-x}&#10;+\frac&#10;{12x(x-1)}&#10;{\mathfrak{l}+k+2-x}&#10;\right)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4B996A5-C0BB-4C33-924F-467FDA3A236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974924" y="3166312"/>
              <a:ext cx="6242153" cy="1345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6" name="Picture 5" descr="\documentclass{article}&#10;\usepackage{amsmath,bm,eufrak}&#10;\pagestyle{empty}&#10;\begin{document}&#10;&#10;\begin{align*}&#10;\mathcal{H}_{sx}&#10;&amp; = &#10;\frac{\mathcal{G}_{sx}}{(\mathfrak{l}+k+1-x)(\mathfrak{l}+k+2-x)} - 1&#10;\end{align*}&#10;&#10;\end{document}" title="IguanaTex Bitmap Display">
              <a:extLst>
                <a:ext uri="{FF2B5EF4-FFF2-40B4-BE49-F238E27FC236}">
                  <a16:creationId xmlns:a16="http://schemas.microsoft.com/office/drawing/2014/main" id="{BB4A8B0A-6FA0-4D13-9137-62E88154265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4313140" y="2346608"/>
              <a:ext cx="3565720" cy="469334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0616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B8. Radial core </a:t>
            </a:r>
            <a:r>
              <a:rPr lang="en-US" dirty="0" err="1"/>
              <a:t>subintegral</a:t>
            </a:r>
            <a:r>
              <a:rPr lang="en-US" dirty="0"/>
              <a:t> result rearticulated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\mathcal{J}_{\left(s\right)_{12}}&#10;&amp; =&#10;\frac{k_{1}!}{\mathcal{K}_{1}!}&#10;\frac{k_{2}!}{\mathcal{K}_{2}!}&#10;\sum_{u_{1}=0}^{\mathcal{K}_{1}}&#10;\sum_{u_{2}=0}^{\mathcal{K}_{2}}&#10;\sum_{w=u_{1}+u_{2}}^{\mathcal{K}_{1}+\mathcal{K}_{2}}&#10;\mathfrak{J}_{\left(su\right)_{12}w}^{\left(W\left(\kappa\right)_{12}d\right)}&#10;\mathcal{G}_{\left(\mathfrak{L}_{12}-W\delta_{s_{1}\bar{1}}-W\delta_{s_{2}\bar{1}}\right);\left(u\right)_{12}w\left\{\hat{\Delta}\tilde{z}\tilde{\mathcal{Z}}\right\}}&#10;\\&#10;\mathfrak{J}_{\left(su\right)_{12}w}^{\left(W\left(\kappa\right)_{12}d\right)}&#10;&amp; = &#10;(-1)^{u_{1}+u_{2}+w}&#10;\left(\frac{W}{2}\right)^{d}&#10;\Gamma\left[\frac{\mathfrak{L}_{12}}{W}-\delta_{s_{1}\bar{1}}-\delta_{s_{2}\bar{1}}+w\right]&#10;\mathcal{H}_{\left(s\right)_{12}\left(\mathcal{K}-u\right)_{12}\left(\mathcal{K}_{1}+\mathcal{K}_{2}-w\right)}&#10;\end{align*}&#10;\end{document}" title="IguanaTex Bitmap Display">
            <a:extLst>
              <a:ext uri="{FF2B5EF4-FFF2-40B4-BE49-F238E27FC236}">
                <a16:creationId xmlns:a16="http://schemas.microsoft.com/office/drawing/2014/main" id="{54C0309B-FDE0-401B-B27E-B45A47AC51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91924" y="3040989"/>
            <a:ext cx="7408153" cy="1247086"/>
          </a:xfrm>
          <a:prstGeom prst="rect">
            <a:avLst/>
          </a:prstGeom>
          <a:ln>
            <a:noFill/>
          </a:ln>
        </p:spPr>
      </p:pic>
      <p:pic>
        <p:nvPicPr>
          <p:cNvPr id="16" name="Picture 15" descr="\documentclass{article}&#10;\usepackage{amsmath,bm,eufrak}&#10;\pagestyle{empty}&#10;\begin{document}&#10;&#10;\begin{align*}&#10;\mathcal{G}_{L;\left(u\right)_{12}w\left\{\Delta\tilde{z}\tilde{\mathcal{Z}}\right\}}&#10;&amp; = &#10;\left(1-\tilde{z}(1+\Delta)\right)^{u_{1}}\left(1-\tilde{z}(1-\Delta)\right)^{u_{2}}&#10;\tilde{z}^{\frac{L}{W}}&#10;\mathcal{F}_{\left(L+Ww\right)\left\{\tilde{\mathcal{Z}}\right\}}^{(W)}&#10;\\&#10;\mathcal{F}_{L\left\{\tilde{\mathcal{Z}}\right\}}^{(1)}&#10;&amp; =&#10;\frac{\sqrt{\pi}}{\Gamma\left[\frac{L+1}{2}\right]}&#10;\tilde{\mathcal{Z}}^{L}&#10;h_{L\left\{\tilde{\mathcal{Z}}\right\}}&#10;\\&#10;\mathcal{F}_{L\left\{\tilde{\mathcal{Z}}\right\}}^{(2)}&#10;&amp; =&#10;h_{L\left\{\tilde{\mathcal{Z}}\right\}}&#10;\\&#10;\end{align*}&#10;&#10;\end{document}" title="IguanaTex Bitmap Display">
            <a:extLst>
              <a:ext uri="{FF2B5EF4-FFF2-40B4-BE49-F238E27FC236}">
                <a16:creationId xmlns:a16="http://schemas.microsoft.com/office/drawing/2014/main" id="{A510D004-98F3-477B-BCA5-D24CEA19365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087387" y="4720126"/>
            <a:ext cx="6017226" cy="1438478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align*}&#10;\mathcal{J}_{\left(s\right)_{12}}&#10;&amp; =&#10;\frac{k_{1}!}{\mathcal{K}_{1}!}&#10;\frac{k_{2}!}{\mathcal{K}_{2}!}&#10;\sum_{u_{1}=0}^{\mathcal{K}_{1}}&#10;\sum_{u_{2}=0}^{\mathcal{K}_{2}}&#10;\sum_{w=u_{1}+u_{2}}^{\mathcal{K}_{1}+\mathcal{K}_{2}}&#10;\left(&#10;(-1)^{u_{1}+u_{2}+w}&#10;\left(\frac{W}{2}\right)^{d}&#10;\Gamma\left[\frac{\mathfrak{L}_{12}}{W}-\delta_{s_{1}\bar{1}}-\delta_{s_{2}\bar{1}}+w\right]&#10;\mathcal{H}_{\left(s\right)_{12}\left(\mathcal{K}-u\right)_{12}\left(\mathcal{K}_{1}+\mathcal{K}_{2}-w\right)}&#10;\right)&#10;\mathcal{G}_{\left(\mathfrak{L}_{12}-W\left(\delta_{s_{1}\bar{1}}+\delta_{s_{2}\bar{1}}\right)\right);\left(u\right)_{12}w}&#10;\\&#10;\end{align*}&#10;&#10;\end{document}" title="IguanaTex Bitmap Display">
            <a:extLst>
              <a:ext uri="{FF2B5EF4-FFF2-40B4-BE49-F238E27FC236}">
                <a16:creationId xmlns:a16="http://schemas.microsoft.com/office/drawing/2014/main" id="{E4BB78C2-F86F-4910-9B78-D531BB8E10D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4858" y="1996976"/>
            <a:ext cx="11922285" cy="61196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1033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B9. Laguerre polynomial precalculated integration constants</a:t>
            </a:r>
          </a:p>
        </p:txBody>
      </p:sp>
      <p:pic>
        <p:nvPicPr>
          <p:cNvPr id="16" name="Picture 15" descr="\documentclass{article}&#10;\usepackage{amsmath,bm,eufrak}&#10;\pagestyle{empty}&#10;\begin{document}&#10;&#10;\begin{align*}&#10;\mathfrak{J}_{\left(lk\right)_{12}\left(su\right)_{12}w}^{\left(W\left(\kappa\right)_{12}d\right)}&#10;&amp; = &#10;(-1)^{u_{1}+u_{2}+w}&#10;\left(\frac{W}{2}\right)^{d}&#10;\Gamma\left[\frac{\mathfrak{L}_{12}}{W}-\delta_{s_{1}\bar{1}}-\delta_{s_{2}\bar{1}}+w\right]&#10;\mathfrak{H}^{\left(\kappa\right)_{12}}_{\left(\mathfrak{l} k;s\left(\mathcal{K}-u\right)\right)_{12}\left(\mathcal{K}_{1}+\mathcal{K}_{2}-w\right)}&#10;\\&#10;\mathfrak{H}_{\left(\mathfrak{l} k;s\mathcal{U}\right)_{12}\mathcal{W}}^{\left(\kappa\right)_{12}}&#10;&amp; = &#10;\sum_{x=\text{Max}\left\{0,\mathcal{W}-\mathcal{U}_{2}\right\}}^{\text{Min}\left\{\mathcal{U}_{1},\mathcal{W}\right\}}&#10;\mathfrak{H}_{\left(\mathfrak{l} k;s\mathcal{U}\right)_{1}x}^{\left(\kappa_{1}\right)}&#10;\mathfrak{H}_{\left(\mathfrak{l} k;s\mathcal{U}\right)_{2}\left(\mathcal{W}-x\right)}^{\left(\kappa_{2}\right)}&#10;\\&#10;\mathfrak{H}_{\mathfrak{l}k;s\mathcal{U}w}^{\left(\kappa\right)}&#10;&amp; =&#10;\frac{1}{\sqrt{k!(\mathfrak{l}+k)!}}&#10;\begin{pmatrix}&#10;\mathcal{K} \\&#10;\mathcal{U}&#10;\end{pmatrix}&#10;\begin{pmatrix}&#10;\mathcal{U} \\&#10;w&#10;\end{pmatrix}&#10;(\mathfrak{l}+k)^{\underline{w}}&#10;\left(1 + \kappa \mathfrak{H}_{\mathfrak{l} k;sx}\right)&#10;\\&#10;\mathfrak{H}_{\mathfrak{l}k;1x}&#10;&amp;=&#10;k-x&#10;+\frac&#10;{2x(2x(k+\delta_{W,2}-x)+\delta_{W,1})}&#10;{\mathfrak{l}+k+1-x}&#10;+\frac&#10;{4x(-k+x-\delta_{W,2})(x-1)}&#10;{\mathfrak{l}+k+2-x}&#10;\\&#10;\mathfrak{H}_{\mathfrak{l}k;0x}&#10;&amp;=&#10;k+x&#10;+\frac&#10;{2x\left(k-\delta_{W,1}\left(x-1\right)+\delta_{W,2}x\right)}&#10;{\mathfrak{l}+k+1-x}&#10;+&#10;\delta_{W,1}&#10;\frac&#10;{4(x-1)x}&#10;{\mathfrak{l}+k+2-x}&#10;\\&#10;\mathfrak{H}_{\mathfrak{l}k;\bar{1}x}&#10;&amp; =&#10;-(k+1+x)(k+2+x)+2x-1&#10;+&#10;\delta_{W,1}&#10;\left(&#10;\frac&#10;{6x(k+2-x)}&#10;{\mathfrak{l}+k+1-x}&#10;+\frac&#10;{12x(x-1)}&#10;{\mathfrak{l}+k+2-x}&#10;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FB80F6C8-D8D1-4E0E-B9AE-1FD534B42C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49943" y="2908397"/>
            <a:ext cx="7892115" cy="354011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6" name="Picture 5" descr="\documentclass{article}&#10;\usepackage{amsmath,bm,eufrak}&#10;\pagestyle{empty}&#10;\begin{document}&#10;&#10;\begin{equation*}&#10;\mathfrak{l}_{i}&#10;=&#10;\frac{2}{W}\left(l_{i}+\frac{1}{W}\right)&#10;\quad\quad&#10;\mathcal{L}_{12}&#10;=&#10;l_{1}+l_{2}+3+d-\delta_{W,1}\left(\kappa_{1}+\kappa_{2}\right)&#10;\quad\quad&#10;\mathcal{K}_{i}&#10;=&#10;k_{i} + \kappa_{i} + \delta_{s_{i}\bar{1}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3202F825-6AD5-4D9B-8176-059AAF03E0B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59198" y="2154553"/>
            <a:ext cx="6073605" cy="42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32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B10a. Full integral restated</a:t>
            </a:r>
          </a:p>
        </p:txBody>
      </p:sp>
      <p:pic>
        <p:nvPicPr>
          <p:cNvPr id="5" name="Picture 4" descr="\documentclass{article}&#10;\usepackage{amsmath,bm,eufrak}&#10;\pagestyle{empty}&#10;\begin{document}&#10;&#10;\begin{align*}&#10;\left(\bm{\mathcal{M}}\right)&#10;_{\left(mlk\xi\Omega\right)_{12}}&#10;&amp; =&#10;\mathfrak{C}_{0}&#10;\int_{\mathcal{S}} \mathrm{d}\Omega\,&#10;\hat{\mathcal{V}}&#10;\hat{\Sigma}&#10;\hat{Q}&#10;\\&#10;\end{align*}&#10;&#10;\end{document}" title="IguanaTex Bitmap Display">
            <a:extLst>
              <a:ext uri="{FF2B5EF4-FFF2-40B4-BE49-F238E27FC236}">
                <a16:creationId xmlns:a16="http://schemas.microsoft.com/office/drawing/2014/main" id="{208A4722-06E8-469F-8BB6-A70287B9B52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51542" y="2854401"/>
            <a:ext cx="3029486" cy="52114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6" name="Picture 5" descr="\documentclass{article}&#10;\usepackage{amsmath,bm,eufrak}&#10;\pagestyle{empty}&#10;\begin{document}&#10;&#10;\begin{align*}&#10;\mathfrak{C}_{0}&#10;&amp; =&#10;\eta^{d-2\kappa_{1}-2\kappa_{2}}&#10;\left(\sqrt{\frac{\eta}{\eta_{1}}}\right)^{\mathfrak{L}_{1}+4\kappa_{1}}&#10;\left(\sqrt{\frac{\eta}{\eta_{2}}}\right)^{\mathfrak{L}_{2}+4\kappa_{2}}&#10;\left(\frac{\hbar^{2}}{2m_{0}a_{0}^{2}}\right)^{\kappa_{1}+\kappa_{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2A7A7B08-2E2E-485A-A14D-243D62528B2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38168" y="4857331"/>
            <a:ext cx="6234520" cy="62811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8" name="Picture 7" descr="\documentclass{article}&#10;\usepackage{amsmath,bm,eufrak}&#10;\pagestyle{empty}&#10;\begin{document}&#10;&#10;\begin{align*}&#10;\hat{\mathcal{V}}&#10;&amp; =&#10;\frac&#10;{\left(\sqrt{\vartheta_{1}}\right)^{\mathfrak{L}_{1}}\left(\sqrt{\vartheta_{2}}\right)^{\mathfrak{L}_{2}}}&#10;{\left(\hat{\vartheta}\hat{\Xi}\right)^{\mathfrak{L}_{12}}}&#10;\\&#10;\hat{Q}&#10;&amp; =&#10;\hat{Q}^{*}_{\left(m\zeta\right)_{1}\left\{\phi_{p_{1}}\right\}}&#10;\hat{Q}_{\left(m\zeta\right)_{2}\left\{\phi_{p_{2}}\right\}}&#10;\end{align*}&#10;&#10;\end{document}" title="IguanaTex Bitmap Display">
            <a:extLst>
              <a:ext uri="{FF2B5EF4-FFF2-40B4-BE49-F238E27FC236}">
                <a16:creationId xmlns:a16="http://schemas.microsoft.com/office/drawing/2014/main" id="{2CE1E314-6F7E-4CD5-B9E1-3DD7D448F69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10856" y="4505558"/>
            <a:ext cx="2842976" cy="133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8240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B10b. Full integral restated – Misc. Calculations</a:t>
            </a:r>
          </a:p>
        </p:txBody>
      </p:sp>
      <p:pic>
        <p:nvPicPr>
          <p:cNvPr id="7" name="Picture 6" descr="\documentclass{article}&#10;\usepackage{amsmath,bm,eufrak}&#10;\pagestyle{empty}&#10;\begin{document}&#10;&#10;\begin{equation*}&#10;\mathfrak{L}_{i}&#10;=&#10;2l_{i}+3-2\kappa_{i}\delta_{W,1}&#10;\quad\quad&#10;\mathfrak{L}_{12}&#10;= &#10;\frac{\mathfrak{L}_{1}+\mathfrak{L}_{2}}{2} + d&#10;=&#10;l_{1}+l_{2}+3+d-\delta_{W,1}\left(\kappa_{1}+\kappa_{2}\right)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57F0F472-020E-4A78-89B1-1AF9E8BFDE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35124" y="2385672"/>
            <a:ext cx="6921752" cy="41447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6FB0B6-FEF7-4FEA-8AEF-8CE6ABCED36F}"/>
              </a:ext>
            </a:extLst>
          </p:cNvPr>
          <p:cNvGrpSpPr/>
          <p:nvPr/>
        </p:nvGrpSpPr>
        <p:grpSpPr>
          <a:xfrm>
            <a:off x="1350245" y="3362559"/>
            <a:ext cx="9491511" cy="1351538"/>
            <a:chOff x="1350245" y="3473948"/>
            <a:chExt cx="9491511" cy="1351538"/>
          </a:xfrm>
        </p:grpSpPr>
        <p:pic>
          <p:nvPicPr>
            <p:cNvPr id="12" name="Picture 11" descr="\documentclass{article}&#10;\usepackage{amsmath,bm,eufrak}&#10;\pagestyle{empty}&#10;\begin{document}&#10;&#10;\begin{equation*}&#10;\delta&#10;\equiv&#10;\frac{\eta_{2}^{W}-\eta_{1}^{W}}{\eta_{2}^{W}+\eta_{1}^{W}}&#10;\quad\quad&#10;\eta^{W}&#10;\equiv&#10;\frac&#10;{2\eta_{1}^{W}\eta_{2}^{W}}&#10;{\eta_{2}^{W}+\eta_{1}^{W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CF13D34-E315-49E7-AFEF-DA43CC29CB7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564876" y="3473948"/>
              <a:ext cx="3062248" cy="504684"/>
            </a:xfrm>
            <a:prstGeom prst="rect">
              <a:avLst/>
            </a:prstGeom>
            <a:noFill/>
          </p:spPr>
        </p:pic>
        <p:pic>
          <p:nvPicPr>
            <p:cNvPr id="16" name="Picture 15" descr="\documentclass{article}&#10;\usepackage{amsmath,bm,eufrak}&#10;\pagestyle{empty}&#10;\begin{document}&#10;&#10;\begin{equation*}&#10;\hat{\vartheta}_{i}&#10;\equiv&#10;\sqrt{1 + \left(\lambda_{i}^2-1\right)\chi_{p_{i}}^2}&#10;\quad\quad&#10;\hat{\epsilon}&#10;\equiv&#10;\frac&#10;{\hat{\vartheta}_{1}^{W}-\hat{\vartheta}_{2}^{W}}&#10;{\hat{\vartheta}_{1}^{W}+\hat{\vartheta}_{2}^{W}}&#10;\quad\quad&#10;\hat{\vartheta}^{W}&#10;\equiv&#10;\frac&#10;{\hat{\vartheta}_{1}^{W}+\hat{\vartheta}_{2}^{W}}&#10;{2}&#10;\quad\quad&#10;\hat{\Xi}^{W}&#10;\equiv&#10;1+\delta\hat{\epsilon}&#10;\quad\quad&#10;\hat{\eta}&#10;\equiv&#10;\frac{\eta}{\hat{\vartheta}\hat{\Xi}}&#10;\quad\quad&#10;\hat{\Delta}&#10;\equiv&#10;\frac{\hat{\epsilon}+\delta}{1+\hat{\epsilon}\delta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5788E1A8-E9A9-4F51-B30B-CE95F6B0FED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350245" y="4269602"/>
              <a:ext cx="9491511" cy="555884"/>
            </a:xfrm>
            <a:prstGeom prst="rect">
              <a:avLst/>
            </a:prstGeom>
            <a:noFill/>
          </p:spPr>
        </p:pic>
      </p:grpSp>
      <p:pic>
        <p:nvPicPr>
          <p:cNvPr id="24" name="Picture 23" descr="\documentclass{article}&#10;\usepackage{amsmath,bm,eufrak}&#10;\pagestyle{empty}&#10;\begin{document}&#10;&#10;\begin{equation*}&#10;\hat{z}_{i}&#10;=&#10;\frac{1}{1+\delta_{W,1}\frac{\tilde{\alpha}_{i\left\{\chi,\phi\right\}}\hat{\eta}}{2}+\delta_{W,2}\beta_{i\left\{\chi,\phi\right\}}\hat{\eta}^{2}}&#10;\quad&#10;\hat{\mathcal{Z}}_{i}&#10;=&#10;\frac&#10;{\delta_{W,1}+\frac{\tilde{\alpha}_{i\left\{\chi,\phi\right\}}\hat{\eta}}{2}}&#10;{\sqrt{\delta_{W,2}+\beta_{i\left\{\chi,\phi\right\}}\hat{\eta}^{2}}}&#10;\end{equation*}&#10;&#10;\end{document}" title="IguanaTex Bitmap Display">
            <a:extLst>
              <a:ext uri="{FF2B5EF4-FFF2-40B4-BE49-F238E27FC236}">
                <a16:creationId xmlns:a16="http://schemas.microsoft.com/office/drawing/2014/main" id="{E395FAA3-52AE-4B43-8F87-8D07D8896B7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286702" y="5272852"/>
            <a:ext cx="5618597" cy="6253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1256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B10c. Integral summation term restated</a:t>
            </a:r>
          </a:p>
        </p:txBody>
      </p:sp>
      <p:pic>
        <p:nvPicPr>
          <p:cNvPr id="30" name="Picture 29" descr="\documentclass{article}&#10;\usepackage{amsmath,bm,eufrak}&#10;\pagestyle{empty}&#10;\begin{document}&#10;&#10;\begin{align*}&#10;\hat{\Sigma}&#10;&amp; = &#10;\sum_{s_{1}=-\kappa_{1}}^{+\kappa_{1}}&#10;\sum_{s_{2}=-\kappa_{2}}^{+\kappa_{2}}&#10;\sum_{u_{1}=0}^{\mathcal{K}_{1}}&#10;\sum_{u_{2}=0}^{\mathcal{K}_{2}}&#10;\sum_{w=u_{1}+u_{2}}^{\mathcal{K}_{1}+\mathcal{K}_{2}}&#10;\mathfrak{J}_{\left(su\right)_{12}w}&#10;\hat{\mathcal{P}}_{\left(s\right)_{12}}&#10;\hat{\mathcal{G}}_{\left(su\right)_{12}w}&#10;\end{align*}&#10;&#10;\end{document}" title="IguanaTex Bitmap Display">
            <a:extLst>
              <a:ext uri="{FF2B5EF4-FFF2-40B4-BE49-F238E27FC236}">
                <a16:creationId xmlns:a16="http://schemas.microsoft.com/office/drawing/2014/main" id="{1CFBB923-4710-48E4-BC19-2D0AE371F1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39311" y="2174294"/>
            <a:ext cx="5713378" cy="68846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2" name="Picture 31" descr="\documentclass{article}&#10;\usepackage{amsmath,bm,eufrak}&#10;\pagestyle{empty}&#10;\begin{document}&#10;&#10;\begin{align*}&#10;\hat{\mathcal{G}}_{\left(su\right)_{12}w}&#10;&amp; = &#10;\sum_{i}&#10;\tilde{\mathfrak{U}}_{i}&#10;\mathcal{U}_{i\left\{\chi,\phi\right\}}&#10;\mathcal{G}_{\left(u\right)_{12}w\left\{\left(\mathfrak{L}_{12}-W\delta_{s_{1}\bar{1}}-W\delta_{s_{2}\bar{1}}\right)&#10;\hat{\Delta}\hat{z}_{i}\hat{\mathcal{Z}}_{i}\right\}}&#10;\\&#10;\hat{\mathcal{P}}_{\left(s\right)_{12}}&#10;&amp; =&#10;\frac{\mathfrak{K}^{(\kappa)_{1}}_{\left(mlk;s\right)_{1}}}{\left(\frac{\hat{\eta}\vartheta_{1}}{\eta_{1}}\right)^{W\delta_{s_{1}\bar{1}}}}&#10;\frac{\mathfrak{K}^{(\kappa)_{2}}_{\left(mlk;s\right)_{2}}}{\left(\frac{\hat{\eta}\vartheta_{2}}{\eta_{2}}\right)^{W\delta_{s_{2}\bar{1}}}}&#10;\hat{\mathcal{P}}_{\left(\lambda;(l+2s)m\right)_{1}\left\{\chi_{p_{1}}\right\}}&#10;\hat{\mathcal{P}}_{\left(\lambda;(l+2s)m\right)_{2}\left\{\chi_{p_{2}}\right\}}&#10;\\&#10;\mathfrak{K}^{(\kappa)}_{mlk;s}&#10;&amp; =&#10;\frac{k!\mathfrak{H}^{(\kappa)}_{\lambda;lm,s}}{\mathcal{K}!}&#10;\\&#10;\hat{\mathcal{P}}_{\lambda;lm\left\{\chi\right\}}&#10;&amp; = &#10;\sqrt{\frac{\lambda}{\vartheta_{\lambda\left\{\chi\right\}}^{3}}}&#10;\sqrt{\frac{(2l+1)\left(l-m\right)!}{2\left(l+m\right)!}}&#10;P_{lm}\left(\frac{\lambda \chi}{\vartheta_{\lambda\left\{\chi\right\}}}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A6FC7F52-EE2E-4351-9931-7FD0021F34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46737" y="3415377"/>
            <a:ext cx="7098526" cy="298560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767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B10c. Radial integrand core restated</a:t>
            </a:r>
          </a:p>
        </p:txBody>
      </p:sp>
      <p:pic>
        <p:nvPicPr>
          <p:cNvPr id="10" name="Picture 9" descr="\documentclass{article}&#10;\usepackage{amsmath,bm,eufrak}&#10;\pagestyle{empty}&#10;\begin{document}&#10;&#10;\begin{align*}&#10;\mathcal{G}_{\left(u\right)_{12}w\left\{L\Delta \tilde{z}\tilde{\mathcal{Z}}\right\}}&#10;&amp; = &#10;\left(1-\tilde{z}(1+\Delta)\right)^{u_{1}}\left(1-\tilde{z}(1-\Delta)\right)^{u_{2}}&#10;\tilde{z}^{\frac{L}{W}}&#10;\mathcal{F}_{\left(L+Ww\right)\left\{\tilde{\mathcal{Z}}\right\}}^{(W)}&#10;\\&#10;\end{align*}&#10;&#10;\end{document}" title="IguanaTex Bitmap Display">
            <a:extLst>
              <a:ext uri="{FF2B5EF4-FFF2-40B4-BE49-F238E27FC236}">
                <a16:creationId xmlns:a16="http://schemas.microsoft.com/office/drawing/2014/main" id="{57BC487D-4931-4126-8578-1852FA3F2EB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10550" y="2981977"/>
            <a:ext cx="5970900" cy="376685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\documentclass{article}&#10;\usepackage{amsmath,bm,eufrak}&#10;\pagestyle{empty}&#10;\begin{document}&#10;&#10;\begin{equation*}&#10;\mathcal{F}_{M\left\{\tilde{\mathcal{Z}}\right\}}^{(1)}&#10;=&#10;\frac{\sqrt{\pi}}{\Gamma\left[\frac{M+1}{2}\right]}&#10;\tilde{\mathcal{Z}}^{M}&#10;h_{M\left\{\tilde{\mathcal{Z}}\right\}}&#10;\quad\quad&#10;\mathcal{F}_{M\left\{\tilde{\mathcal{Z}}\right\}}^{(2)}&#10;=&#10;h_{M\left\{\tilde{\mathcal{Z}}\right\}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AB3D2AB1-19A2-4D0B-B6E2-D04AA70957D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84075" y="3918749"/>
            <a:ext cx="4623851" cy="5156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47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B11a. Subcase: </a:t>
            </a:r>
            <a:r>
              <a:rPr lang="el-GR" dirty="0"/>
              <a:t>Δ</a:t>
            </a:r>
            <a:r>
              <a:rPr lang="en-US" dirty="0"/>
              <a:t> = 0</a:t>
            </a:r>
          </a:p>
        </p:txBody>
      </p:sp>
      <p:pic>
        <p:nvPicPr>
          <p:cNvPr id="22" name="Picture 21" descr="\documentclass{article}&#10;\usepackage{amsmath,bm,eufrak}&#10;\pagestyle{empty}&#10;\begin{document}&#10;&#10;&#10;\begin{align*}&#10;\hat{\Sigma}&#10;&amp; = &#10;\sum_{s_{1}=-\kappa_{1}}^{+\kappa_{1}}&#10;\sum_{s_{2}=-\kappa_{2}}^{+\kappa_{2}}&#10;\sum_{u=0}^{\mathcal{K}_{1}+\mathcal{K}_{2}}&#10;\sum_{w=u}^{\mathcal{K}_{1}+\mathcal{K}_{2}}&#10;\mathfrak{J}_{\left(s\right)_{12}uw}&#10;\hat{\mathcal{P}}_{\left(s\right)_{12}}&#10;\hat{\mathcal{G}}_{\left(s\right)_{12}uw}&#10;\\&#10;\mathfrak{J}_{\left(s\right)_{12}uw}&#10;&amp; =&#10;\sum_{u_{1}=0}^{\mathcal{K}_{1}}&#10;\sum_{u_{2}=0}^{\mathcal{K}_{2}}&#10;\delta_{u,u_{1}+u_{2}}&#10;\mathfrak{J}_{\left(su\right)_{12}w}&#10;\\&#10;\hat{\mathcal{G}}_{\left(s\right)_{12}uw}&#10;&amp; =&#10;\sum_{i}&#10;\tilde{\mathfrak{U}}_{i}&#10;\mathcal{U}_{i\left\{\chi,\phi\right\}}&#10;\mathcal{G}_{&#10;uw\left\{\left(\mathfrak{L}_{12}-W\delta_{s_{1}\bar{1}}-W\delta_{s_{2}\bar{1}}\right)&#10;\hat{z}_{i}\hat{\mathcal{Z}}_{i}&#10;\right\}}&#10;\\&#10;\mathcal{G}_{uw\left\{L\tilde{z}\tilde{\mathcal{Z}}\right\}}&#10;&amp; = &#10;\left(1-\tilde{z}\right)^{u}&#10;\tilde{z}^{\frac{L}{W}}&#10;\mathcal{F}_{\left(L+Ww\right)\left\{\tilde{\mathcal{Z}}\right\}}^{(W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1F5189E-D4CD-4EEC-9174-ACC5BCFECE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85022" y="2407275"/>
            <a:ext cx="6021956" cy="266470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7153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B11b. Subcase: z = 1</a:t>
            </a:r>
          </a:p>
        </p:txBody>
      </p:sp>
      <p:pic>
        <p:nvPicPr>
          <p:cNvPr id="16" name="Picture 15" descr="\documentclass{article}&#10;\usepackage{amsmath,bm,eufrak}&#10;\pagestyle{empty}&#10;\begin{document}&#10;&#10;\begin{align*}&#10;\hat{\Sigma}&#10;&amp; = &#10;\sum_{s_{1}=-\kappa_{1}}^{+\kappa_{1}}&#10;\sum_{s_{2}=-\kappa_{2}}^{+\kappa_{2}}&#10;\sum_{u=0}^{\mathcal{K}_{1}+\mathcal{K}_{2}}&#10;\sum_{w=u}^{\mathcal{K}_{1}+\mathcal{K}_{2}}&#10;\mathfrak{K}_{\left(s\right)_{12}uw}&#10;\hat{\mathcal{P}}_{\left(s\right)_{12}}&#10;\hat{\mathcal{H}}_{\left(s\right)_{12}uw}&#10;\\&#10;\mathfrak{K}_{\left(s\right)_{12}uw}&#10;&amp; =&#10;\sum_{u_{1}=0}^{\mathcal{K}_{1}}&#10;\sum_{u_{2}=0}^{\mathcal{K}_{2}}&#10;\left(-1\right)^{u_{1}}\delta_{u,u_{1}+u_{2}}&#10;\mathfrak{J}_{\left(su\right)_{12}w}&#10;\\&#10;\hat{\mathcal{H}}_{\left(s\right)_{12}uw}&#10;&amp; = &#10;\sum_{i}&#10;\tilde{\mathfrak{U}}_{i}&#10;\mathcal{U}_{i\left\{\chi,\phi\right\}}&#10;\hat{\mathcal{G}}_{uw\left\{\left(\mathfrak{L}_{12}-W\delta_{s_{1}\bar{1}}-W\delta_{s_{2}\bar{1}}\right)\hat{\Delta}\hat{\mathcal{Z}}_{i}\right\}}&#10;\\&#10;\hat{\mathcal{G}}_{uw\left\{L\Delta\tilde{\mathcal{Z}}\right\}}&#10;&amp; = &#10;\Delta^{u}&#10;\mathcal{F}_{\left(L+Ww\right)\left\{\tilde{\mathcal{Z}}\right\}}^{(W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E92C879-C84B-46A9-8CAE-1645545B03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43883" y="2407259"/>
            <a:ext cx="6161837" cy="266471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7" name="Picture 16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C3F0D5C0-C18D-474E-95CD-C7995500964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10323" y="5682202"/>
            <a:ext cx="4771354" cy="2035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4324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B11b. Subcase: no exponential decay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\hat{\Sigma}&#10;&amp; = &#10;\sum_{s_{1}=-\kappa_{1}}^{+\kappa_{1}}&#10;\sum_{s_{2}=-\kappa_{2}}^{+\kappa_{2}}&#10;\sum_{u=0}^{\mathcal{K}_{1}+\mathcal{K}_{2}}&#10;\mathfrak{K}_{\left(s\right)_{12}u}&#10;\hat{\mathcal{P}}_{\left(s\right)_{12}}&#10;\hat{\Delta}^{u}&#10;\sum_{i}\tilde{\mathfrak{U}}_{i}\mathcal{U}_{i\left\{\chi,\phi\right\}}&#10;\\&#10;\mathfrak{K}_{\left(s\right)_{12}u}&#10;&amp; =&#10;\sum_{w=u}^{\mathcal{K}_{1}+\mathcal{K}_{2}}&#10;\sum_{u_{1}=0}^{\mathcal{K}_{1}}&#10;\sum_{u_{2}=0}^{\mathcal{K}_{2}}&#10;\left(-1\right)^{u_{1}}\delta_{u,u_{1}+u_{2}}&#10;\mathfrak{J}_{\left(su\right)_{12}w}&#10;\\&#10;\end{align*}&#10;&#10;\end{document}" title="IguanaTex Bitmap Display">
            <a:extLst>
              <a:ext uri="{FF2B5EF4-FFF2-40B4-BE49-F238E27FC236}">
                <a16:creationId xmlns:a16="http://schemas.microsoft.com/office/drawing/2014/main" id="{642CC4F7-7471-46CE-8184-7ABB6863E0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77137" y="2676079"/>
            <a:ext cx="5801154" cy="150584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02775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B10. Final elaboration on </a:t>
            </a:r>
            <a:r>
              <a:rPr lang="en-US" dirty="0" err="1"/>
              <a:t>precalculation</a:t>
            </a:r>
            <a:r>
              <a:rPr lang="en-US" dirty="0"/>
              <a:t> information - 1</a:t>
            </a:r>
          </a:p>
        </p:txBody>
      </p:sp>
      <p:pic>
        <p:nvPicPr>
          <p:cNvPr id="7" name="Picture 6" descr="\documentclass{article}&#10;\usepackage{amsmath,bm,eufrak}&#10;\pagestyle{empty}&#10;\begin{document}&#10;&#10;\begin{align*}&#10;\mathfrak{K}^{(\kappa)}_{\lambda;mlk,s}&#10;&amp; =&#10;\frac{k!\mathfrak{H}^{(\kappa)}_{\lambda;lm,s}}{\mathcal{K}!}&#10;=&#10;\left(\delta_{s,0}-\kappa\left(1-\gamma\lambda^{2}\right)\mathfrak{Y}_{lm}^{(s)}\right)&#10;\frac{k!}{\mathcal{K}!}&#10;\\&#10;&amp; =&#10;\left(\left(1-\kappa\right)\delta_{s,0} + \kappa\left(\delta_{s,0}-\left(1-\gamma\lambda^{2}\right)\mathfrak{Y}_{lm}^{(s)}\right)\right)&#10;\frac{k!}{\mathcal{K}!}&#10;\\&#10;&amp; =&#10;\left(1-\kappa\right)\delta_{s,0}&#10;+&#10;\kappa\left(\delta_{s,0}\frac{k!}{(k+1)!}\right)&#10;-\kappa\left(1-\gamma\lambda^{2}\right)\left(&#10;\delta_{s,0}\frac{k!}{(k+1)!}\mathfrak{Y}_{lm}^{(0)}&#10;+\delta_{s,+1}\frac{k!}{(k+1)!}\mathfrak{Y}_{lm}^{(+1)}&#10;+\delta_{s,-1}\frac{k!}{(k+2)!}\mathfrak{Y}_{lm}^{(-1)}&#10;\right)&#10;\\&#10;&amp; =&#10;\delta_{s,0}\left(1-\kappa\frac{k}{k+1}\right)&#10;-\kappa\left(1-\gamma\lambda^{2}\right)\left(&#10;\delta_{s,0}\frac{1}{k+1}\mathfrak{Y}_{lm}^{(0)}&#10;+\delta_{s,+1}\frac{1}{k+1}\mathfrak{Y}_{lm}^{(+1)}&#10;+\delta_{s,-1}\frac{1}{(k+1)(k+2)}\mathfrak{Y}_{lm}^{(-1)}&#10;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D614E575-33BE-4012-B1C0-9B16B72373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80302" y="2355020"/>
            <a:ext cx="10431396" cy="2147961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\documentclass{article}&#10;\usepackage{amsmath,bm,amssymb}&#10;\pagestyle{empty}&#10;\begin{document}&#10;&#10;\begin{align*}&#10;\mathfrak{Y}^{(0)}_{lm}&#10;&amp; =&#10;\frac{&#10;2l^2-2m^2+2l-1&#10;}{&#10;(2l-1)(2l+3)&#10;}&#10;&amp;&#10;\mathfrak{Y}^{(+1)}_{lm}&#10;&amp; =&#10;\sqrt{\frac{&#10;\left((l+1)^2-m^2\right)&#10;\left((l+2)^2-m^2\right)&#10;}{&#10;(2l+1)(2l+3)^{2}(2l+5)&#10;}}&#10;&amp;&#10;\mathfrak{Y}^{(-1)}_{lm}&#10;&amp; =&#10;\sqrt{\frac{&#10;\left((l-1)^2-m^2\right)&#10;\left(l^2-m^2\right)&#10;}{&#10;(2l-3)(2l-1)^{2}(2l+1)&#10;}}&#10;\\&#10;\end{align*}&#10;&#10;\end{document}" title="IguanaTex Bitmap Display">
            <a:extLst>
              <a:ext uri="{FF2B5EF4-FFF2-40B4-BE49-F238E27FC236}">
                <a16:creationId xmlns:a16="http://schemas.microsoft.com/office/drawing/2014/main" id="{5CCC6AF0-D9E0-4E37-927B-B39DB4C09DE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45412" y="5968649"/>
            <a:ext cx="9701176" cy="6070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899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B11. Final elaboration on </a:t>
            </a:r>
            <a:r>
              <a:rPr lang="en-US" dirty="0" err="1"/>
              <a:t>precalculation</a:t>
            </a:r>
            <a:r>
              <a:rPr lang="en-US" dirty="0"/>
              <a:t> information - 2</a:t>
            </a:r>
          </a:p>
        </p:txBody>
      </p:sp>
      <p:pic>
        <p:nvPicPr>
          <p:cNvPr id="14" name="Picture 13" descr="\documentclass{article}&#10;\usepackage{amsmath,bm,eufrak}&#10;\pagestyle{empty}&#10;\begin{document}&#10;&#10;\begin{align*}&#10;\mathfrak{K}^{(\kappa)}_{\lambda;mlk,s}&#10;&amp; =&#10;\left(1-\kappa\frac{k}{k+1}\right)\delta_{s,0}&#10;-\kappa\left(1-\gamma\lambda^2\right)&#10;\mathfrak{D}_{mlk;s}&#10;\\&#10;\end{align*}&#10;&#10;\end{document}" title="IguanaTex Bitmap Display">
            <a:extLst>
              <a:ext uri="{FF2B5EF4-FFF2-40B4-BE49-F238E27FC236}">
                <a16:creationId xmlns:a16="http://schemas.microsoft.com/office/drawing/2014/main" id="{ECA42050-B545-4CCF-9AE7-FAF66419E3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79772" y="2488022"/>
            <a:ext cx="4432456" cy="486400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\documentclass{article}&#10;\usepackage{amsmath,bm,eufrak}&#10;\pagestyle{empty}&#10;\begin{document}&#10;&#10;\begin{align*}&#10;\mathfrak{D}_{mlk;\bar{1}}&#10;&amp; =&#10;\frac{1}{(k+1)(k+2)}&#10;\sqrt{&#10;\frac&#10;{\left(\left(l-1\right)^2-m^2\right)\left(l^2-m^2\right)}&#10;{(2l-3)(2l-1)^{2}(2l+1)}&#10;}&#10;\\&#10;\mathfrak{D}_{mlk;0}&#10;&amp; =&#10;\frac{1}{k+1}&#10;\frac&#10;{2l^2-2m^2+2l-1}{(2l-1)(2l+3)}&#10;\\&#10;\mathfrak{D}_{mlk;1}&#10;&amp; =&#10;\frac{1}{k+1}&#10;\sqrt{&#10;\frac&#10;{\left(\left(l+1\right)^2-m^2\right)\left(\left(l+2\right)^2-m^2\right)}&#10;{(2l+1)(2l+3)^{2}(2l+5)}&#10;}&#10;\end{align*}&#10;&#10;\end{document}" title="IguanaTex Bitmap Display">
            <a:extLst>
              <a:ext uri="{FF2B5EF4-FFF2-40B4-BE49-F238E27FC236}">
                <a16:creationId xmlns:a16="http://schemas.microsoft.com/office/drawing/2014/main" id="{A868B811-1486-4895-B494-DBA3FF7C99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55430" y="3335425"/>
            <a:ext cx="4681141" cy="21187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84896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8866632" cy="1597104"/>
          </a:xfrm>
        </p:spPr>
        <p:txBody>
          <a:bodyPr/>
          <a:lstStyle/>
          <a:p>
            <a:r>
              <a:rPr lang="en-US" dirty="0"/>
              <a:t>GENERAL MATRIX ELEMENT FORMULA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a general form for the matrix element</a:t>
            </a:r>
          </a:p>
        </p:txBody>
      </p:sp>
    </p:spTree>
    <p:extLst>
      <p:ext uri="{BB962C8B-B14F-4D97-AF65-F5344CB8AC3E}">
        <p14:creationId xmlns:p14="http://schemas.microsoft.com/office/powerpoint/2010/main" val="2249009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C72D-2E78-46CB-BA4C-B9D05CDEB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75120" cy="853311"/>
          </a:xfrm>
        </p:spPr>
        <p:txBody>
          <a:bodyPr/>
          <a:lstStyle/>
          <a:p>
            <a:r>
              <a:rPr lang="en-US" dirty="0"/>
              <a:t>PRECALCULATIONS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9365B-EA71-4A99-8C13-D10E32C82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7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C1. Laguerre polynomial precalculated integration constants</a:t>
            </a:r>
          </a:p>
        </p:txBody>
      </p:sp>
      <p:pic>
        <p:nvPicPr>
          <p:cNvPr id="44" name="Picture 43" descr="\documentclass{article}&#10;\usepackage{amsmath,bm,eufrak}&#10;\pagestyle{empty}&#10;\begin{document}&#10;&#10;\begin{align*}&#10;\mathfrak{G}_{\left(lk\right)_{12}\left(su\right)_{12}w}^{\left(W\left(\kappa\right)_{12}d\right)}&#10;&amp; = &#10;(-1)^{u_{1}+u_{2}+w}&#10;\left(\frac{W}{2}\right)^{d}&#10;\Gamma\left[\frac{\mathfrak{L}_{12}}{W}+w-\delta_{s_{1}\bar{1}}-\delta_{s_{2}\bar{1}}+1\right]&#10;\mathfrak{H}_{\left(lk;s\left(\mathcal{K}-u\right)\right)_{12}\left(\mathcal{K}_{1}+\mathcal{K}_{2}-w\right)}^{W\left(\kappa\right)_{12}}&#10;\\&#10;\mathfrak{H}_{\left(lk;s\mathcal{U}\right)_{12}\mathcal{W}}^{W\left(\kappa\right)_{12}}&#10;&amp; = &#10;\sum_{x=\text{Max}\left\{0,\mathcal{W}-\mathcal{U}_{2}\right\}}^{\text{Min}\left\{\mathcal{U}_{1},\mathcal{W}\right\}}&#10;\mathfrak{h}_{\left(\alpha k;s\mathcal{U}\right)_{1}x}^{\left(W\kappa_{1}\right)}&#10;\mathfrak{h}_{\left(\alpha k;s\mathcal{U}\right)_{2}\left(\mathcal{W}-x\right)}^{\left(W\kappa_{2}\right)}&#10;\\&#10;\mathfrak{h}_{\alpha k;s\mathcal{U}x}^{\left(W\kappa\right)}&#10;&amp; =&#10;\frac{1}{\sqrt{k!\alpha!}}&#10;\begin{pmatrix}&#10;\mathcal{K} \\&#10;\mathcal{U}&#10;\end{pmatrix}&#10;\begin{pmatrix}&#10;\mathcal{U} \\&#10;x&#10;\end{pmatrix}&#10;\alpha^{\underline{x}}&#10;\left(1 + \kappa \mathfrak{h}_{\alpha k;sx}^{\left(W\right)}\right)&#10;\\&#10;\mathfrak{h}_{\alpha k;1x}^{\left(W\right)}&#10;&amp;=&#10;k-x&#10;+\frac&#10;{2x(2x(k+\delta_{W,2}-x)+\delta_{W,1})}&#10;{\alpha+1-x}&#10;+\frac&#10;{4x(-k+x-\delta_{W,2})(x-1)}&#10;{\alpha+2-x}&#10;\\&#10;\mathfrak{h}_{\alpha k;0x}^{\left(W\right)}&#10;&amp;=&#10;k+x&#10;+\frac&#10;{2x\left(k-\delta_{W,1}\left(x-1\right)+\delta_{W,2}x\right)}&#10;{\alpha+1-x}&#10;+&#10;\delta_{W,1}&#10;\frac&#10;{4(x-1)x}&#10;{\alpha+2-x}&#10;\\&#10;\mathfrak{h}_{\alpha k;\bar{1}x}^{\left(W\right)}&#10;&amp; =&#10;-(k+1+x)(k+2+x)+2x-1&#10;+&#10;\delta_{W,1}&#10;\left(&#10;\frac&#10;{6x(k+2-x)}&#10;{\alpha+1-x}&#10;+\frac&#10;{12x(x-1)}&#10;{\alpha+2-x}&#10;\right)&#10;\\&#10;\end{align*}&#10;&#10;\end{document}" title="IguanaTex Bitmap Display">
            <a:extLst>
              <a:ext uri="{FF2B5EF4-FFF2-40B4-BE49-F238E27FC236}">
                <a16:creationId xmlns:a16="http://schemas.microsoft.com/office/drawing/2014/main" id="{53955E4B-5A90-40A2-80F6-E03D4676BF0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95702" y="2908400"/>
            <a:ext cx="8000597" cy="35035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2" name="Picture 41" descr="\documentclass{article}&#10;\usepackage{amsmath,bm,eufrak}&#10;\pagestyle{empty}&#10;\begin{document}&#10;&#10;\begin{gather*}&#10;\mathfrak{L}_{12}&#10;\equiv&#10;l_{1}+l_{2}+3-W+d&#10;-\delta_{W,1}\left(\kappa_{1}+\kappa_{2}\right)&#10;\quad&#10;\mathcal{K}_{i}&#10;\equiv&#10;k_{i}+\kappa_{i}+\delta_{s_{i}\bar{1}}&#10;\quad&#10;\alpha_{i}&#10;\equiv&#10;\frac{2}{W}\left(l_{i}+\frac{1}{W}\right) + k_{i}&#10;\end{gather*}&#10;&#10;\end{document}" title="IguanaTex Bitmap Display">
            <a:extLst>
              <a:ext uri="{FF2B5EF4-FFF2-40B4-BE49-F238E27FC236}">
                <a16:creationId xmlns:a16="http://schemas.microsoft.com/office/drawing/2014/main" id="{9DD761DC-8468-47AD-91A7-CA8F9F171C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06665" y="2030720"/>
            <a:ext cx="7978670" cy="48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39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C2. Subcases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equation*}&#10;\mathfrak{g}_{\left(lk\right)_{12}\left(su\right)_{12}}^{\left(W\left(\kappa\right)_{12}d\right)}&#10;=&#10;\sum_{w=u_{1}+u_{2}}^{\mathcal{K}_{1}+\mathcal{K}_{2}}&#10;\mathfrak{G}_{\left(lk\right)_{12}\left(su\right)_{12}w}^{\left(W\left(\kappa\right)_{12}d\right)}&#10;\\&#10;\end{equation*}&#10;&#10;\end{document}" title="IguanaTex Bitmap Display">
            <a:extLst>
              <a:ext uri="{FF2B5EF4-FFF2-40B4-BE49-F238E27FC236}">
                <a16:creationId xmlns:a16="http://schemas.microsoft.com/office/drawing/2014/main" id="{94EA9F1C-8DFF-442B-B4DF-A0E1C523D69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32572" y="2037538"/>
            <a:ext cx="3126857" cy="6083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1B9C800-4212-4124-ACAF-FC14B15B2279}"/>
              </a:ext>
            </a:extLst>
          </p:cNvPr>
          <p:cNvGrpSpPr/>
          <p:nvPr/>
        </p:nvGrpSpPr>
        <p:grpSpPr>
          <a:xfrm>
            <a:off x="766070" y="3293111"/>
            <a:ext cx="10659861" cy="1342175"/>
            <a:chOff x="766070" y="3293111"/>
            <a:chExt cx="10659861" cy="1342175"/>
          </a:xfrm>
        </p:grpSpPr>
        <p:pic>
          <p:nvPicPr>
            <p:cNvPr id="35" name="Picture 34" descr="\documentclass{article}&#10;\usepackage{amsmath,bm,eufrak}&#10;\pagestyle{empty}&#10;\begin{document}&#10;&#10;\begin{align*}&#10;\mathfrak{H}_{\left(lk\right)_{12}\left(s\right)_{12}uw}^{\left(W\left(\kappa\right)_{12}d\right)}&#10;&amp; =&#10;\sum_{u_{1}=0}^{\mathcal{K}_{1}}&#10;\sum_{u_{2}=0}^{\mathcal{K}_{2}}&#10;\delta_{u,u_{1}+u_{2}}&#10;\mathfrak{G}_{\left(lk\right)_{12}\left(su\right)_{12}w}^{\left(W\left(\kappa\right)_{12}d\right)}&#10;\\&#10;\mathfrak{h}_{\left(lk\right)_{12}\left(s\right)_{12}u}^{\left(W\left(\kappa\right)_{12}d\right)}&#10;&amp; =&#10;\sum_{w=u}^{\mathcal{K}_{1}+\mathcal{K}_{2}}&#10;\sum_{u_{1}=0}^{\mathcal{K}_{1}}&#10;\sum_{u_{2}=0}^{\mathcal{K}_{2}}&#10;\delta_{u,u_{1}+u_{2}}&#10;\mathfrak{G}_{\left(lk\right)_{12}\left(su\right)_{12}w}^{\left(W\left(\kappa\right)_{12}d\right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AE26ADC3-69A8-4192-9861-C01CB59CA8D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766070" y="3293114"/>
              <a:ext cx="4650666" cy="1342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28" name="Picture 27" descr="\documentclass{article}&#10;\usepackage{amsmath,bm,eufrak}&#10;\pagestyle{empty}&#10;\begin{document}&#10;&#10;\begin{align*}&#10;\mathfrak{I}_{\left(lk\right)_{12}\left(s\right)_{12}uw}^{\left(W\left(\kappa\right)_{12}d\right)}&#10;&amp; =&#10;\sum_{u_{1}=0}^{\mathcal{K}_{1}}&#10;\sum_{u_{2}=0}^{\mathcal{K}_{2}}&#10;\left(-1\right)^{u_{1}}\delta_{u,u_{1}+u_{2}}&#10;\mathfrak{G}_{\left(lk\right)_{12}\left(su\right)_{12}w}^{\left(W\left(\kappa\right)_{12}d\right)}&#10;\\&#10;\mathfrak{i}_{\left(lk\right)_{12}\left(s\right)_{12}u}^{\left(W\left(\kappa\right)_{12}d\right)}&#10;&amp; =&#10;\sum_{w=u}^{\mathcal{K}_{1}+\mathcal{K}_{2}}&#10;\sum_{u_{1}=0}^{\mathcal{K}_{1}}&#10;\sum_{u_{2}=0}^{\mathcal{K}_{2}}&#10;\left(-1\right)^{u_{1}}\delta_{u,u_{1}+u_{2}}&#10;\mathfrak{G}_{\left(lk\right)_{12}\left(su\right)_{12}w}^{\left(W\left(\kappa\right)_{12}d\right)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78063E3-072B-4AB2-A1A0-37C388F59DD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6182806" y="3293111"/>
              <a:ext cx="5243125" cy="1342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pic>
        <p:nvPicPr>
          <p:cNvPr id="38" name="Picture 37" descr="\documentclass{article}&#10;\usepackage{amsmath,bm,eufrak}&#10;\pagestyle{empty}&#10;\begin{document}&#10;&#10;\begin{align*}&#10;\mathfrak{J}_{\left(lk\right)_{12}\left(s\right)_{12}w}^{\left(W\left(\kappa\right)_{12}d\right)}&#10;&amp; =&#10;\mathfrak{G}_{\left(lk\right)_{12}\left(s\right)_{12}00w}^{\left(W\left(\kappa\right)_{12}d\right)}&#10;\\&#10;\mathfrak{j}_{\left(lk\right)_{12}\left(s\right)_{12}}^{\left(W\left(\kappa\right)_{12}d\right)}&#10;&amp; =&#10;\sum_{w=u}^{\mathcal{K}_{1}+\mathcal{K}_{2}}&#10;\mathfrak{G}_{\left(lk\right)_{12}\left(su\right)_{12}00w}^{\left(W\left(\kappa\right)_{12}d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F6357F37-5D7F-4134-8C8E-B30B660DB2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527086" y="5282560"/>
            <a:ext cx="3137828" cy="10739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6245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C3. Final elaboration on </a:t>
            </a:r>
            <a:r>
              <a:rPr lang="en-US" dirty="0" err="1"/>
              <a:t>precalculation</a:t>
            </a:r>
            <a:r>
              <a:rPr lang="en-US" dirty="0"/>
              <a:t> information - 2</a:t>
            </a:r>
          </a:p>
        </p:txBody>
      </p:sp>
      <p:pic>
        <p:nvPicPr>
          <p:cNvPr id="14" name="Picture 13" descr="\documentclass{article}&#10;\usepackage{amsmath,bm,eufrak}&#10;\pagestyle{empty}&#10;\begin{document}&#10;&#10;\begin{align*}&#10;\mathfrak{K}^{(\kappa)}_{\lambda;mlk,s}&#10;&amp; =&#10;\left(1-\kappa\frac{k}{k+1}\right)\delta_{s,0}&#10;-\kappa\left(1-\gamma\lambda^2\right)&#10;\mathfrak{D}_{mlk;s}&#10;\\&#10;\end{align*}&#10;&#10;\end{document}" title="IguanaTex Bitmap Display">
            <a:extLst>
              <a:ext uri="{FF2B5EF4-FFF2-40B4-BE49-F238E27FC236}">
                <a16:creationId xmlns:a16="http://schemas.microsoft.com/office/drawing/2014/main" id="{ECA42050-B545-4CCF-9AE7-FAF66419E3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79772" y="2488022"/>
            <a:ext cx="4432456" cy="486400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\documentclass{article}&#10;\usepackage{amsmath,bm,eufrak}&#10;\pagestyle{empty}&#10;\begin{document}&#10;&#10;\begin{align*}&#10;\mathfrak{D}_{mlk;\bar{1}}&#10;&amp; =&#10;\frac{1}{(k+1)(k+2)}&#10;\sqrt{&#10;\frac&#10;{\left(\left(l-1\right)^2-m^2\right)\left(l^2-m^2\right)}&#10;{(2l-3)(2l-1)^{2}(2l+1)}&#10;}&#10;\\&#10;\mathfrak{D}_{mlk;0}&#10;&amp; =&#10;\frac{1}{k+1}&#10;\frac&#10;{2l^2-2m^2+2l-1}{(2l-1)(2l+3)}&#10;\\&#10;\mathfrak{D}_{mlk;1}&#10;&amp; =&#10;\frac{1}{k+1}&#10;\sqrt{&#10;\frac&#10;{\left(\left(l+1\right)^2-m^2\right)\left(\left(l+2\right)^2-m^2\right)}&#10;{(2l+1)(2l+3)^{2}(2l+5)}&#10;}&#10;\end{align*}&#10;&#10;\end{document}" title="IguanaTex Bitmap Display">
            <a:extLst>
              <a:ext uri="{FF2B5EF4-FFF2-40B4-BE49-F238E27FC236}">
                <a16:creationId xmlns:a16="http://schemas.microsoft.com/office/drawing/2014/main" id="{A868B811-1486-4895-B494-DBA3FF7C99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55430" y="3335425"/>
            <a:ext cx="4681141" cy="21187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016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C72D-2E78-46CB-BA4C-B9D05CDEB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6675120" cy="1597104"/>
          </a:xfrm>
        </p:spPr>
        <p:txBody>
          <a:bodyPr/>
          <a:lstStyle/>
          <a:p>
            <a:r>
              <a:rPr lang="en-US" dirty="0"/>
              <a:t>Computational</a:t>
            </a:r>
            <a:br>
              <a:rPr lang="en-US" dirty="0"/>
            </a:br>
            <a:r>
              <a:rPr lang="en-US" dirty="0" err="1"/>
              <a:t>FormulAe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9365B-EA71-4A99-8C13-D10E32C82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52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D1a. Before integration calculations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34C958-DF66-4069-9F76-755D8D3D12ED}"/>
              </a:ext>
            </a:extLst>
          </p:cNvPr>
          <p:cNvGrpSpPr/>
          <p:nvPr/>
        </p:nvGrpSpPr>
        <p:grpSpPr>
          <a:xfrm>
            <a:off x="2635124" y="2574462"/>
            <a:ext cx="6921752" cy="3059319"/>
            <a:chOff x="2635124" y="2574462"/>
            <a:chExt cx="6921752" cy="3059319"/>
          </a:xfrm>
        </p:grpSpPr>
        <p:pic>
          <p:nvPicPr>
            <p:cNvPr id="6" name="Picture 5" descr="\documentclass{article}&#10;\usepackage{amsmath,bm,eufrak}&#10;\pagestyle{empty}&#10;\begin{document}&#10;&#10;\begin{equation*}&#10;\delta&#10;\equiv&#10;\frac{\eta_{2}^{W}-\eta_{1}^{W}}{\eta_{2}^{W}+\eta_{1}^{W}}&#10;\quad\quad&#10;\eta^{W}&#10;\equiv&#10;\frac&#10;{2\eta_{1}^{W}\eta_{2}^{W}}&#10;{\eta_{2}^{W}+\eta_{1}^{W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0DA5035A-B337-43C3-A9C2-A2DE0E026A6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4564876" y="2574462"/>
              <a:ext cx="3062248" cy="504684"/>
            </a:xfrm>
            <a:prstGeom prst="rect">
              <a:avLst/>
            </a:prstGeom>
            <a:noFill/>
          </p:spPr>
        </p:pic>
        <p:pic>
          <p:nvPicPr>
            <p:cNvPr id="5" name="Picture 4" descr="\documentclass{article}&#10;\usepackage{amsmath,bm,eufrak}&#10;\pagestyle{empty}&#10;\begin{document}&#10;&#10;\begin{equation*}&#10;\mathfrak{C}_{0}&#10;\equiv&#10;\eta^{d-2\kappa_{1}-2\kappa_{2}}&#10;\left(\sqrt{\frac{\eta}{\eta_{1}}}\right)^{\mathfrak{L}_{1}}&#10;\left(\frac{\eta}{\eta_{1}}\right)^{2\kappa_{1}}&#10;\left(\sqrt{\frac{\eta}{\eta_{2}}}\right)^{\mathfrak{L}_{2}}&#10;\left(\frac{\eta}{\eta_{2}}\right)^{2\kappa_{2}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70944D61-8796-414A-92B9-16A2FBCCA28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3268799" y="3842709"/>
              <a:ext cx="5654402" cy="6089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10" name="Picture 9" descr="\documentclass{article}&#10;\usepackage{amsmath,bm,eufrak}&#10;\pagestyle{empty}&#10;\begin{document}&#10;&#10;\begin{equation*}&#10;\mathfrak{L}_{i}&#10;\equiv&#10;2l_{i}+3-2\kappa_{i}\delta_{W,1}&#10;\quad\quad&#10;\mathfrak{L}_{12}&#10;\equiv&#10;\frac{\mathfrak{L}_{1}+\mathfrak{L}_{2}}{2} + d&#10;=&#10;l_{1}+l_{2}+3+d-\delta_{W,1}\left(\kappa_{1}+\kappa_{2}\right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A67AB1EB-71BA-4C87-9E89-28A32F49B4B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635124" y="5219305"/>
              <a:ext cx="6921752" cy="414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1470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D1b. Initial integration calculations</a:t>
            </a:r>
          </a:p>
        </p:txBody>
      </p:sp>
      <p:pic>
        <p:nvPicPr>
          <p:cNvPr id="16" name="Picture 15" descr="\documentclass{article}&#10;\usepackage{amsmath,bm,eufrak}&#10;\pagestyle{empty}&#10;\begin{document}&#10;&#10;\begin{equation*}&#10;\hat{\vartheta}_{i}&#10;\equiv&#10;\sqrt{1 + \left(\lambda_{i}^2-1\right)\chi_{p_{i}}^2}&#10;\quad\quad&#10;\hat{\vartheta}^{W}&#10;\equiv&#10;\frac{\hat{\vartheta}_{1}^{W}+\hat{\vartheta}_{2}^{W}}{2}&#10;\quad\quad&#10;\hat{\chi}_{i}&#10;\equiv&#10;\frac{\lambda_{i}\hat{\chi}_{p_{i}}}{\hat{\vartheta}_{i}}&#10;\quad\quad&#10;\hat{\mathcal{N}}_{i}&#10;\equiv&#10;\sqrt{\frac{\lambda_{i}}{\hat{\vartheta}_{i}^{3}}}&#10;\end{equation*}&#10;&#10;\end{document}" title="IguanaTex Bitmap Display">
            <a:extLst>
              <a:ext uri="{FF2B5EF4-FFF2-40B4-BE49-F238E27FC236}">
                <a16:creationId xmlns:a16="http://schemas.microsoft.com/office/drawing/2014/main" id="{29D508DD-1852-4F4F-89D6-5573188EC7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59466" y="1844807"/>
            <a:ext cx="6673068" cy="607084"/>
          </a:xfrm>
          <a:prstGeom prst="rect">
            <a:avLst/>
          </a:prstGeom>
          <a:noFill/>
        </p:spPr>
      </p:pic>
      <p:pic>
        <p:nvPicPr>
          <p:cNvPr id="4" name="Picture 3" descr="\documentclass{article}&#10;\usepackage{amsmath,bm,eufrak}&#10;\pagestyle{empty}&#10;\begin{document}&#10;&#10;\begin{equation*}&#10;\hat{\mathcal{V}}&#10;=&#10;\frac&#10;{\left(\sqrt{\vartheta_{1}}\right)^{\mathfrak{L}_{1}}\left(\sqrt{\vartheta_{2}}\right)^{\mathfrak{L}_{2}}}&#10;{\left(\hat{\vartheta}\hat{\Xi}\right)^{\mathfrak{L}_{12}}}&#10;\quad\quad&#10;\hat{\mathcal{U}}_{i}&#10;=&#10;\mathcal{U}_{i\left\{\chi,\phi\right\}}&#10;\end{equation*}&#10;&#10;\end{document}" title="IguanaTex Bitmap Display">
            <a:extLst>
              <a:ext uri="{FF2B5EF4-FFF2-40B4-BE49-F238E27FC236}">
                <a16:creationId xmlns:a16="http://schemas.microsoft.com/office/drawing/2014/main" id="{00FDBF4E-F47F-4105-BA8C-56A0A195FD5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146514" y="3532591"/>
            <a:ext cx="3898972" cy="8544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equation*}&#10;\hat{\epsilon}&#10;\equiv&#10;\frac&#10;{\vartheta_{1}^{W}-\vartheta_{2}^{W}}&#10;{\vartheta_{1}^{W}+\vartheta_{2}^{W}}&#10;\quad\quad&#10;\hat{\Xi}^{W}&#10;\equiv&#10;1+\delta\hat{\epsilon}&#10;\quad\quad&#10;\hat{\eta}&#10;\equiv&#10;\frac{\eta}{\hat{\vartheta}\hat{\Xi}}&#10;\quad\quad&#10;\hat{\Delta} = \frac{\hat{\epsilon}+\delta}{1+\hat{\epsilon}\delta}&#10;\end{equation*}&#10;&#10;\end{document}" title="IguanaTex Bitmap Display">
            <a:extLst>
              <a:ext uri="{FF2B5EF4-FFF2-40B4-BE49-F238E27FC236}">
                <a16:creationId xmlns:a16="http://schemas.microsoft.com/office/drawing/2014/main" id="{DCCB2ADA-B691-4AD6-AEE8-86DD44A80BD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470781" y="2739899"/>
            <a:ext cx="5250439" cy="504684"/>
          </a:xfrm>
          <a:prstGeom prst="rect">
            <a:avLst/>
          </a:prstGeom>
          <a:noFill/>
        </p:spPr>
      </p:pic>
      <p:pic>
        <p:nvPicPr>
          <p:cNvPr id="29" name="Picture 28" descr="\documentclass{article}&#10;\usepackage{amsmath,bm,eufrak}&#10;\pagestyle{empty}&#10;\begin{document}&#10;&#10;\begin{equation*}&#10;\hat{z}_{i}&#10;=&#10;\frac{1}{1+\delta_{W,1}\frac{\tilde{\alpha}_{i\left\{\chi,\phi\right\}}\hat{\eta}}{2}+\delta_{W,2}\beta_{i\left\{\chi,\phi\right\}}\hat{\eta}^{2}}&#10;\quad\quad&#10;\hat{\mathcal{Z}}_{i}&#10;=&#10;\frac&#10;{\delta_{W,1}+\frac{\tilde{\alpha}_{i\left\{\chi,\phi\right\}}\hat{\eta}}{2}}&#10;{\sqrt{\delta_{W,2}+\beta_{i\left\{\chi,\phi\right\}}\hat{\eta}^{2}}}&#10;\end{equation*}&#10;&#10;\end{document}" title="IguanaTex Bitmap Display">
            <a:extLst>
              <a:ext uri="{FF2B5EF4-FFF2-40B4-BE49-F238E27FC236}">
                <a16:creationId xmlns:a16="http://schemas.microsoft.com/office/drawing/2014/main" id="{125F94C2-7E02-4DBC-8433-96CE4FE881C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185521" y="4677747"/>
            <a:ext cx="5820959" cy="625370"/>
          </a:xfrm>
          <a:prstGeom prst="rect">
            <a:avLst/>
          </a:prstGeom>
          <a:noFill/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E6673F2-B248-42A0-BE9E-FFB8A09E8752}"/>
              </a:ext>
            </a:extLst>
          </p:cNvPr>
          <p:cNvGrpSpPr/>
          <p:nvPr/>
        </p:nvGrpSpPr>
        <p:grpSpPr>
          <a:xfrm>
            <a:off x="1883531" y="5591123"/>
            <a:ext cx="8424939" cy="1156877"/>
            <a:chOff x="1883530" y="5591123"/>
            <a:chExt cx="8424939" cy="1156877"/>
          </a:xfrm>
        </p:grpSpPr>
        <p:pic>
          <p:nvPicPr>
            <p:cNvPr id="6" name="Picture 5" descr="\documentclass{article}&#10;\usepackage{amsmath,amssymb}&#10;\usepackage{bm}&#10;\pagestyle{empty}&#10;\begin{document}&#10;&#10;\begin{align*}&#10;\hat{\chi}_{z} &amp;\equiv \chi \\&#10;\hat{\chi}_{x} &amp;\equiv \sqrt{1-\chi^{2}}\cos\left(\phi\right) \\&#10;\hat{\chi}_{y} &amp;\equiv \sqrt{1-\chi^{2}}\sin\left(\phi\right)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91392337-0839-4F42-9CB3-B4D354C6DFE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883530" y="5714856"/>
              <a:ext cx="1856609" cy="914286"/>
            </a:xfrm>
            <a:prstGeom prst="rect">
              <a:avLst/>
            </a:prstGeom>
          </p:spPr>
        </p:pic>
        <p:pic>
          <p:nvPicPr>
            <p:cNvPr id="12" name="Picture 11" descr="\documentclass{article}&#10;\usepackage{amsmath,amssymb}&#10;\usepackage{bm}&#10;\pagestyle{empty}&#10;\begin{document}&#10;&#10;\begin{align*}&#10;\hat{\phi}_{z} &amp;\equiv \text{Arg}\left\{\chi_{x} + \mathrm{i}\chi_{y}\right\} = \phi \\&#10;\hat{\phi}_{x} &amp;\equiv \text{Arg}\left\{\chi_{y} + \mathrm{i}\chi_{z}\right\} = \arctan2\left\{\chi, \sqrt{1-\chi^{2}}\sin\left(\phi\right)\right\} \\&#10;\hat{\phi}_{y} &amp;\equiv \text{Arg}\left\{\chi_{z} + \mathrm{i}\chi_{x}\right\} = \arctan2\left\{\sqrt{1-\chi^{2}}\cos\left(\phi\right), \chi\right\} \\&#10;\end{align*}&#10;&#10;&#10;\end{document}" title="IguanaTex Bitmap Display">
              <a:extLst>
                <a:ext uri="{FF2B5EF4-FFF2-40B4-BE49-F238E27FC236}">
                  <a16:creationId xmlns:a16="http://schemas.microsoft.com/office/drawing/2014/main" id="{F15EE37A-B90D-4792-9963-4AA250E9EE3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5623669" y="5591123"/>
              <a:ext cx="4684800" cy="11568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58668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D2. Full integral formalized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\left(\bm{\mathcal{M}}\right)&#10;_{\left(mlk\zeta\Omega\right)_{12}}&#10;&amp; =&#10;\mathfrak{C}_{0}&#10;\left(\frac{\hbar^{2}}{2m_{0}a_{0}^{2}}\right)^{\kappa_{1}+\kappa_{2}}&#10;\int_{\mathcal{S}} \mathrm{d}\Omega\,&#10;\hat{\mathcal{V}}&#10;\hat{\Sigma}&#10;\hat{\mathcal{Q}}&#10;\\&#10;\hat{\mathcal{Q}}&#10;&amp; =&#10;\frac{1}{2\pi}&#10;\left(\delta_{m_{1}0} + \sqrt{2}\left(1-\delta_{m_{1}0}\right)\right)&#10;\left(\delta_{m_{2}0} + \sqrt{2}\left(1-\delta_{m_{2}0}\right)\right)&#10;\mathcal{Z}\left\{\mathrm{e}^{\mathrm{i}m_{1}\phi_{p_{1}}},\xi_{1}\right\}&#10;\mathcal{Z}\left\{\mathrm{e}^{\mathrm{i}m_{2}\phi_{p_{2}}},\xi_{2}\right\}&#10;\\&#10;\hat{\Sigma}&#10;&amp; =&#10;\sum_{i}&#10;\tilde{\mathfrak{U}}_{i}&#10;\hat{\mathcal{U}}_{i}&#10;\hat{\Sigma}_{i}&#10;\\&#10;\end{align*}&#10;&#10;\end{document}" title="IguanaTex Bitmap Display">
            <a:extLst>
              <a:ext uri="{FF2B5EF4-FFF2-40B4-BE49-F238E27FC236}">
                <a16:creationId xmlns:a16="http://schemas.microsoft.com/office/drawing/2014/main" id="{BD930082-9D59-452E-A612-19F83D15D0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1424" y="2529519"/>
            <a:ext cx="10889152" cy="196266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01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D3. Legendre functions for integrand</a:t>
            </a:r>
          </a:p>
        </p:txBody>
      </p:sp>
      <p:pic>
        <p:nvPicPr>
          <p:cNvPr id="4" name="Picture 3" descr="\documentclass{article}&#10;\usepackage{amsmath,bm,eufrak}&#10;\pagestyle{empty}&#10;\begin{document}&#10;&#10;\begin{align*}&#10;\hat{\mathcal{P}}_{\left(s\right)_{12}}&#10;&amp; =&#10;\frac{\mathfrak{K}^{(\kappa)_{1}}_{\left(mlk;s\right)_{1}}}{\left(\frac{\hat{\eta}\vartheta_{1}}{\eta_{1}}\right)^{W\delta_{s_{1},-1}}}&#10;\frac{\mathfrak{K}^{(\kappa)_{2}}_{\left(mlk;s\right)_{2}}}{\left(\frac{\hat{\eta}\vartheta_{2}}{\eta_{2}}\right)^{W\delta_{s_{2},-1}}}&#10;\hat{\mathcal{P}}_{1}&#10;\hat{\mathcal{P}}_{2}&#10;\\&#10;\mathfrak{K}^{(\kappa)}_{mlk;s}&#10;&amp; =&#10;\delta_{s,0}\left(1-\kappa\frac{k}{k+1}\right)&#10;-\kappa\left(1-\gamma\lambda^{2}\right)\left(&#10;\delta_{s,0}\frac{1}{k+1}\mathfrak{Y}_{lm}^{(0)}&#10;+\delta_{s,+1}\frac{1}{k+1}\mathfrak{Y}_{lm}^{(+1)}&#10;+\delta_{s,-1}\frac{1}{(k+1)(k+2)}\mathfrak{Y}_{lm}^{(-1)}&#10;\right)&#10;\\&#10;\hat{\mathcal{P}}_{j}&#10;&amp; = &#10;\hat{\mathcal{N}}_{j}&#10;\mathcal{P}_{(l+2s_j)m\left\{\hat{\chi}_{j}\right\}}&#10;\\&#10;\mathcal{P}_{lm\left\{\chi\right\}}&#10;&amp; = &#10;\sqrt{\frac{(2l+1)\left(l-m\right)!}{2\left(l+m\right)!}}&#10;P_{lm\left\{\chi\right\}}&#10;\end{align*}&#10;&#10;\end{document}" title="IguanaTex Bitmap Display">
            <a:extLst>
              <a:ext uri="{FF2B5EF4-FFF2-40B4-BE49-F238E27FC236}">
                <a16:creationId xmlns:a16="http://schemas.microsoft.com/office/drawing/2014/main" id="{68E5EDC6-7EA1-4345-850A-CF670C52F5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4335" y="2733849"/>
            <a:ext cx="10583330" cy="270584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581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D4. Integral summation term restated</a:t>
            </a:r>
          </a:p>
        </p:txBody>
      </p:sp>
      <p:pic>
        <p:nvPicPr>
          <p:cNvPr id="8" name="Picture 7" descr="\documentclass{article}&#10;\usepackage{amsmath,bm,eufrak}&#10;\pagestyle{empty}&#10;\begin{document}&#10;&#10;\begin{align*}&#10;\Delta \ne 0, z \ne 1&#10;\quad &amp;: \quad&#10;\mathcal{F}_{\left(u\right)_{12}\left\{L\Delta z \right\}}&#10;= &#10;\left(1-z(1+\Delta)\right)^{u_{1}}\left(1-z(1-\Delta)\right)^{u_{2}}z^{\frac{L}{W}}&#10;\\&#10;\Delta = 0, z \ne 1&#10;\quad &amp;: \quad&#10;\mathcal{F}_{u\left\{L z\right\}}&#10;= &#10;\left(1-z\right)^{u}z^{\frac{L}{W}}&#10;\\&#10;\Delta \ne 0, z = 1&#10;\quad &amp;: \quad&#10;\mathcal{F}_{u\left\{\Delta\right\}}&#10;= &#10;\Delta^{u}&#10;\\&#10;\end{align*}&#10;&#10;\end{document}" title="IguanaTex Bitmap Display">
            <a:extLst>
              <a:ext uri="{FF2B5EF4-FFF2-40B4-BE49-F238E27FC236}">
                <a16:creationId xmlns:a16="http://schemas.microsoft.com/office/drawing/2014/main" id="{F2D916FC-40F6-48B8-8A90-BE661F9237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78284" y="3988916"/>
            <a:ext cx="6235432" cy="953293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00F771C-9DA8-4485-BABA-2DA26975538D}"/>
              </a:ext>
            </a:extLst>
          </p:cNvPr>
          <p:cNvGrpSpPr/>
          <p:nvPr/>
        </p:nvGrpSpPr>
        <p:grpSpPr>
          <a:xfrm>
            <a:off x="1914051" y="5277730"/>
            <a:ext cx="8363898" cy="1272815"/>
            <a:chOff x="1914051" y="5277730"/>
            <a:chExt cx="8363898" cy="1272815"/>
          </a:xfrm>
        </p:grpSpPr>
        <p:pic>
          <p:nvPicPr>
            <p:cNvPr id="10" name="Picture 9" descr="\documentclass{article}&#10;\usepackage{amsmath,bm,eufrak}&#10;\pagestyle{empty}&#10;\begin{document}&#10;&#10;\begin{align*}&#10;(W = 1\text{ and }\beta \ne 0)\text{ or }(W = 2\text{ and }\tilde{\alpha} \ne 0)&#10;\quad &amp;: \quad&#10;\mathcal{G}_{L\left\{\mathcal{Z}\right\}}^{(1)}&#10;=&#10;\frac{\sqrt{\pi}}{\Gamma\left[\frac{L+1}{2}\right]}&#10;\mathcal{Z}^{L}&#10;h_{L\left\{\mathcal{Z}\right\}}&#10;\quad\quad&#10;\mathcal{G}_{L\left\{\mathcal{Z}\right\}}^{(2)}&#10;=&#10;h_{L\left\{\mathcal{Z}\right\}}&#10;\\&#10;(W = 1\text{ and }\beta = 0)&#10;\text{ or }&#10;(W = 2\text{ and }\tilde{\alpha} = 0)&#10;\quad &amp;: \quad&#10;\mathcal{G}^{(W)}&#10;=&#10;1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D4BDDD3-9623-4EC8-B338-A6C4E270438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914051" y="5713059"/>
              <a:ext cx="8363898" cy="8374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Picture 108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92ACC04-D4C9-40EE-99CC-A8C1695C301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710323" y="5277730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9" name="Picture 18" descr="\documentclass{article}&#10;\usepackage{amsmath,bm,eufrak}&#10;\pagestyle{empty}&#10;\begin{document}&#10;&#10;\begin{equation*}&#10;\hat{\mathcal{F}}_{i\left(su\right)_{12}}&#10;=&#10;\mathcal{F}_{\left(u\right)_{12}\left\{&#10;\left(\mathfrak{L}_{12}-W\delta_{s_{1}\bar{1}}-W\delta_{s_{2}\bar{1}}\right)\hat{\Delta}\hat{z}_{i}&#10;\right\}}&#10;\quad\quad&#10;\hat{\mathcal{G}}_{i\left(s\right)_{12}w}&#10;=&#10;\mathcal{G}_{\left\{\left(\mathfrak{L}_{12}-W\delta_{s_{1}\bar{1}}-W\delta_{s_{2}\bar{1}}+Ww\right)\hat{\mathcal{Z}}_{i}\right\}}^{(W)}&#10;\end{equation*}&#10;&#10;\end{document}" title="IguanaTex Bitmap Display">
            <a:extLst>
              <a:ext uri="{FF2B5EF4-FFF2-40B4-BE49-F238E27FC236}">
                <a16:creationId xmlns:a16="http://schemas.microsoft.com/office/drawing/2014/main" id="{FFD71356-E9B7-4B5D-A3B3-4ADB3F286B2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933019" y="3229621"/>
            <a:ext cx="8325962" cy="4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\documentclass{article}&#10;\usepackage{amsmath,bm,eufrak}&#10;\pagestyle{empty}&#10;\begin{document}&#10;&#10;\begin{align*}&#10;\hat{\Sigma}_{i}&#10;&amp; = &#10;\sum_{s_{1}=-\kappa_{1}}^{+\kappa_{1}}&#10;\sum_{s_{2}=-\kappa_{2}}^{+\kappa_{2}}&#10;\sum_{\left(u\right)_{12}w}&#10;\mathfrak{G}_{\left(su\right)_{12}w}&#10;\hat{\mathcal{P}}_{\left(s\right)_{12}}&#10;\hat{\mathcal{F}}_{i\left(su\right)_{12}}&#10;\hat{\mathcal{G}}_{i\left(s\right)_{12}w}&#10;\end{align*}&#10;&#10;\end{document}" title="IguanaTex Bitmap Display">
            <a:extLst>
              <a:ext uri="{FF2B5EF4-FFF2-40B4-BE49-F238E27FC236}">
                <a16:creationId xmlns:a16="http://schemas.microsoft.com/office/drawing/2014/main" id="{0F08A76D-255B-4B8F-8D31-9BC57B5BE11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418283" y="2174094"/>
            <a:ext cx="5355434" cy="7200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92781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D4a. Integral summation term restated (</a:t>
            </a:r>
            <a:r>
              <a:rPr lang="el-GR" dirty="0"/>
              <a:t>Δ</a:t>
            </a:r>
            <a:r>
              <a:rPr lang="en-US" dirty="0"/>
              <a:t> != 0, z != 1)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287047F-66CA-4459-84A4-1A0641DC376B}"/>
              </a:ext>
            </a:extLst>
          </p:cNvPr>
          <p:cNvGrpSpPr/>
          <p:nvPr/>
        </p:nvGrpSpPr>
        <p:grpSpPr>
          <a:xfrm>
            <a:off x="743313" y="1985980"/>
            <a:ext cx="10705373" cy="324266"/>
            <a:chOff x="743313" y="2076855"/>
            <a:chExt cx="10705373" cy="324266"/>
          </a:xfrm>
        </p:grpSpPr>
        <p:pic>
          <p:nvPicPr>
            <p:cNvPr id="4" name="Picture 3" descr="\documentclass{article}&#10;\usepackage{amsmath,bm,eufrak}&#10;\pagestyle{empty}&#10;\begin{document}&#10;&#10;\begin{align*}&#10;\Delta \ne 0, z \ne 1&#10;\quad &amp;: \quad&#10;\hat{\mathcal{F}}_{i\left(su\right)_{12}}&#10;=&#10;\mathcal{F}_{\left(u\right)_{12}\left\{&#10;\left(\mathfrak{L}_{12}-W\delta_{s_{1}\bar{1}}-W\delta_{s_{2}\bar{1}}\right)\hat{\Delta}\hat{z}_{i}&#10;\right\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1D239CAD-3054-4146-B753-D57004B86A8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43313" y="2076855"/>
              <a:ext cx="5190706" cy="32426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Picture 10" descr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FDA6539-5BF3-4D7F-8B91-C725152CCC8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677332" y="2137198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6E5F9D-2FD6-4DB1-B3EF-D179FFC0A579}"/>
              </a:ext>
            </a:extLst>
          </p:cNvPr>
          <p:cNvGrpSpPr/>
          <p:nvPr/>
        </p:nvGrpSpPr>
        <p:grpSpPr>
          <a:xfrm>
            <a:off x="2750930" y="2962372"/>
            <a:ext cx="6690141" cy="1099686"/>
            <a:chOff x="2750930" y="2962372"/>
            <a:chExt cx="6690141" cy="1099686"/>
          </a:xfrm>
        </p:grpSpPr>
        <p:pic>
          <p:nvPicPr>
            <p:cNvPr id="12" name="Picture 11" descr="\documentclass{article}&#10;\usepackage{amsmath,bm,eufrak}&#10;\pagestyle{empty}&#10;\begin{document}&#10;&#10;\begin{align*}&#10;\hat{\Sigma}_{i}&#10;&amp; =&#10;\sum_{s_{1}=-\kappa_{1}}^{+\kappa_{1}}&#10;\sum_{s_{2}=-\kappa_{2}}^{+\kappa_{2}}&#10;\sum_{\left(u\right)_{12}}&#10;\mathfrak{g}_{\left(s\right)_{12}\left(u\right)_{12}}&#10;\hat{\mathcal{P}}_{\left(s\right)_{12}}&#10;\hat{\mathcal{F}}_{i\left(su\right)_{12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4D410B76-0444-4352-9D48-2580BAFBC7E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808454" y="3342052"/>
              <a:ext cx="4575092" cy="7200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48" name="Picture 47" descr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&#10;=&#10;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A742819-42D0-49B1-8208-60858698410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750930" y="2962372"/>
              <a:ext cx="6690141" cy="24259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7495323-87E9-4EC5-8FAE-AC1F878C96E2}"/>
              </a:ext>
            </a:extLst>
          </p:cNvPr>
          <p:cNvGrpSpPr/>
          <p:nvPr/>
        </p:nvGrpSpPr>
        <p:grpSpPr>
          <a:xfrm>
            <a:off x="3263995" y="4714185"/>
            <a:ext cx="5664010" cy="1232655"/>
            <a:chOff x="3263995" y="4714185"/>
            <a:chExt cx="5664010" cy="1232655"/>
          </a:xfrm>
        </p:grpSpPr>
        <p:pic>
          <p:nvPicPr>
            <p:cNvPr id="7" name="Picture 6" descr="\documentclass{article}&#10;\usepackage{amsmath,bm,eufrak}&#10;\pagestyle{empty}&#10;\begin{document}&#10;&#10;\begin{align*}&#10;\hat{\Sigma}_{i}&#10;&amp; =&#10;\sum_{s_{1}=-\kappa_{1}}^{+\kappa_{1}}&#10;\sum_{s_{2}=-\kappa_{2}}^{+\kappa_{2}}&#10;\sum_{\left(u\right)_{12}w}&#10;\mathfrak{G}_{\left(s\right)_{12}\left(u\right)_{12}w}&#10;\hat{\mathcal{P}}_{\left(s\right)_{12}}&#10;\hat{\mathcal{F}}_{i\left(su\right)_{12}}&#10;\hat{\mathcal{G}}_{i\left(s\right)_{12}w}&#10;\end{align*}&#10;&#10;\end{document}" title="IguanaTex Bitmap Display">
              <a:extLst>
                <a:ext uri="{FF2B5EF4-FFF2-40B4-BE49-F238E27FC236}">
                  <a16:creationId xmlns:a16="http://schemas.microsoft.com/office/drawing/2014/main" id="{98F9D242-88A0-4D4E-8DDE-BE54F4468D7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3263995" y="5226834"/>
              <a:ext cx="5664010" cy="7200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5" name="Picture 4" descr="\documentclass{article}&#10;\usepackage{amsmath,bm,eufrak}&#10;\pagestyle{empty}&#10;\begin{document}&#10;&#10;\begin{equation*}&#10;\tilde{\alpha},\beta \ne 0&#10;\quad : \quad&#10;\hat{\mathcal{G}}_{i\left(s\right)_{12}w}&#10;=&#10;\mathcal{G}_{\left\{\left(\mathfrak{L}_{12}-W\delta_{s_{1}\bar{1}}-W\delta_{s_{2}\bar{1}}+Ww\right)\hat{\mathcal{Z}}_{i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C90054F-3379-4D0E-AB85-92F48226B2D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729217" y="4714185"/>
              <a:ext cx="4733566" cy="376686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73472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D4b. Integral summation term restated (</a:t>
            </a:r>
            <a:r>
              <a:rPr lang="el-GR" dirty="0"/>
              <a:t>Δ</a:t>
            </a:r>
            <a:r>
              <a:rPr lang="en-US" dirty="0"/>
              <a:t> != 0, z = 1)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60EC534-9CEC-4377-9CE3-67FF4FF629DD}"/>
              </a:ext>
            </a:extLst>
          </p:cNvPr>
          <p:cNvGrpSpPr/>
          <p:nvPr/>
        </p:nvGrpSpPr>
        <p:grpSpPr>
          <a:xfrm>
            <a:off x="1658006" y="2069541"/>
            <a:ext cx="8875988" cy="235276"/>
            <a:chOff x="1658007" y="2069541"/>
            <a:chExt cx="8875988" cy="235276"/>
          </a:xfrm>
        </p:grpSpPr>
        <p:pic>
          <p:nvPicPr>
            <p:cNvPr id="48" name="Picture 47" descr="\documentclass{article}&#10;\usepackage{amsmath,bm,eufrak}&#10;\pagestyle{empty}&#10;\begin{document}&#10;&#10;\begin{align*}&#10;\Delta \ne 0, z = 1&#10;\quad &amp;: \quad&#10;\hat{\mathcal{F}}_{u} = \hat{\Delta}^{u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F156D6A-B9BB-47EF-AD13-CFE568E1CF7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658007" y="2069541"/>
              <a:ext cx="2446629" cy="23527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Picture 108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92ACC04-D4C9-40EE-99CC-A8C1695C301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762641" y="2076855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29B3961-24DD-4BF0-B643-5CF62D82985B}"/>
              </a:ext>
            </a:extLst>
          </p:cNvPr>
          <p:cNvGrpSpPr/>
          <p:nvPr/>
        </p:nvGrpSpPr>
        <p:grpSpPr>
          <a:xfrm>
            <a:off x="4241825" y="2944521"/>
            <a:ext cx="3708350" cy="1169720"/>
            <a:chOff x="4241825" y="2944521"/>
            <a:chExt cx="3708350" cy="1169720"/>
          </a:xfrm>
        </p:grpSpPr>
        <p:pic>
          <p:nvPicPr>
            <p:cNvPr id="34" name="Picture 33" descr="\documentclass{article}&#10;\usepackage{amsmath,bm,eufrak}&#10;\pagestyle{empty}&#10;\begin{document}&#10;&#10;\begin{equation*}&#10;\tilde{\alpha},\beta = 0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C3639274-133A-4C38-A66E-4A53639806F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210970" y="2944521"/>
              <a:ext cx="1770060" cy="23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Picture 7" descr="\documentclass{article}&#10;\usepackage{amsmath,bm,eufrak}&#10;\pagestyle{empty}&#10;\begin{document}&#10;&#10;\begin{align*}&#10;\hat{\Sigma}_{i}&#10;&amp; =&#10;\sum_{s_{1}=-\kappa_{1}}^{+\kappa_{1}}&#10;\sum_{s_{2}=-\kappa_{2}}^{+\kappa_{2}}&#10;\sum_{u}&#10;\mathfrak{i}_{\left(s\right)_{12}u}&#10;\hat{\mathcal{P}}_{\left(s\right)_{12}}&#10;\hat{\Delta}^{u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68017EAC-7931-4925-B968-E6F95F38E3E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241825" y="3443607"/>
              <a:ext cx="3708350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DA8F9F-F625-496A-93A7-0E791226CF9B}"/>
              </a:ext>
            </a:extLst>
          </p:cNvPr>
          <p:cNvGrpSpPr/>
          <p:nvPr/>
        </p:nvGrpSpPr>
        <p:grpSpPr>
          <a:xfrm>
            <a:off x="1268564" y="4753944"/>
            <a:ext cx="9654872" cy="1159313"/>
            <a:chOff x="1268564" y="4753944"/>
            <a:chExt cx="9654872" cy="1159313"/>
          </a:xfrm>
        </p:grpSpPr>
        <p:pic>
          <p:nvPicPr>
            <p:cNvPr id="6" name="Picture 5" descr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left(s\right)_{12}w}&#10;=&#10;\mathcal{G}_{\left\{\left(\mathfrak{L}_{12}-W\delta_{s_{1}\bar{1}}-W\delta_{s_{2}\bar{1}}+Ww\right)\hat{\mathcal{Z}}_{i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B6C0AD30-CC23-4B50-A19A-C7C15B2EB2E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268564" y="4753944"/>
              <a:ext cx="9654872" cy="3766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 descr="\documentclass{article}&#10;\usepackage{amsmath,bm,eufrak}&#10;\pagestyle{empty}&#10;\begin{document}&#10;&#10;\begin{align*}&#10;\hat{\Sigma}_{i}&#10;&amp; = &#10;\sum_{s_{1}=-\kappa_{1}}^{+\kappa_{1}}&#10;\sum_{s_{2}=-\kappa_{2}}^{+\kappa_{2}}&#10;\sum_{uw}&#10;\mathfrak{I}_{\left(s\right)_{12}uw}&#10;\hat{\mathcal{P}}_{\left(s\right)_{12}}&#10;\hat{\Delta}^{u}&#10;\hat{\mathcal{G}}_{i\left(s\right)_{12}w}&#10;\end{align*}&#10;&#10;\end{document}" title="IguanaTex Bitmap Display">
              <a:extLst>
                <a:ext uri="{FF2B5EF4-FFF2-40B4-BE49-F238E27FC236}">
                  <a16:creationId xmlns:a16="http://schemas.microsoft.com/office/drawing/2014/main" id="{99B158BA-0D65-4110-8D2F-F43EE5C9101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759770" y="5242623"/>
              <a:ext cx="4646405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148625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D4c. Integral summation term restated (</a:t>
            </a:r>
            <a:r>
              <a:rPr lang="el-GR" dirty="0"/>
              <a:t>Δ</a:t>
            </a:r>
            <a:r>
              <a:rPr lang="en-US" dirty="0"/>
              <a:t> = 0, z != 1)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315BDE5-4259-45F8-B879-E33308FA07D4}"/>
              </a:ext>
            </a:extLst>
          </p:cNvPr>
          <p:cNvGrpSpPr/>
          <p:nvPr/>
        </p:nvGrpSpPr>
        <p:grpSpPr>
          <a:xfrm>
            <a:off x="879034" y="2108436"/>
            <a:ext cx="10433932" cy="324265"/>
            <a:chOff x="879034" y="2108436"/>
            <a:chExt cx="10433932" cy="324265"/>
          </a:xfrm>
        </p:grpSpPr>
        <p:pic>
          <p:nvPicPr>
            <p:cNvPr id="4" name="Picture 3" descr="\documentclass{article}&#10;\usepackage{amsmath,bm,eufrak}&#10;\pagestyle{empty}&#10;\begin{document}&#10;&#10;\begin{equation*}&#10;\Delta = 0, z \ne 1&#10;\quad : \quad&#10;\hat{\mathcal{F}}_{i\left(s\right)_{12}u}&#10;=&#10;\mathcal{F}_{u\left\{\left(\mathfrak{L}_{12}-W\delta_{s_{1}\bar{1}}-W\delta_{s_{2}\bar{1}}\right)\hat{z}_{i}\right\}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CA739E9-AF90-4732-8948-BB2BE86455D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879034" y="2108436"/>
              <a:ext cx="4783544" cy="32426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Picture 8" descr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92A27E75-6FFB-4E12-B4CC-D3B9B114E32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541612" y="2144464"/>
              <a:ext cx="4771354" cy="2035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96EC19-9A03-4C0A-BBF3-0AB8608CD529}"/>
              </a:ext>
            </a:extLst>
          </p:cNvPr>
          <p:cNvGrpSpPr/>
          <p:nvPr/>
        </p:nvGrpSpPr>
        <p:grpSpPr>
          <a:xfrm>
            <a:off x="3536912" y="4753942"/>
            <a:ext cx="5118176" cy="1257127"/>
            <a:chOff x="3536912" y="4753942"/>
            <a:chExt cx="5118176" cy="1257127"/>
          </a:xfrm>
        </p:grpSpPr>
        <p:pic>
          <p:nvPicPr>
            <p:cNvPr id="11" name="Picture 10" descr="\documentclass{article}&#10;\usepackage{amsmath,bm,eufrak}&#10;\pagestyle{empty}&#10;\begin{document}&#10;&#10;\begin{align*}&#10;\hat{\Sigma}_{i}&#10;&amp; = &#10;\sum_{s_{1}=-\kappa_{1}}^{+\kappa_{1}}&#10;\sum_{s_{2}=-\kappa_{2}}^{+\kappa_{2}}&#10;\sum_{uw}&#10;\mathfrak{H}_{\left(s\right)_{12}uw}&#10;\hat{\mathcal{P}}_{\left(s\right)_{12}}&#10;\hat{\mathcal{F}}_{i\left(s\right)_{12}u}&#10;\hat{\mathcal{G}}_{i\left(s\right)_{12}w}&#10;\end{align*}&#10;&#10;\end{document}" title="IguanaTex Bitmap Display">
              <a:extLst>
                <a:ext uri="{FF2B5EF4-FFF2-40B4-BE49-F238E27FC236}">
                  <a16:creationId xmlns:a16="http://schemas.microsoft.com/office/drawing/2014/main" id="{2D98AFF1-D227-4AFF-9285-15826713C2D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536912" y="5340435"/>
              <a:ext cx="5118176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pic>
          <p:nvPicPr>
            <p:cNvPr id="54" name="Picture 53" descr="\documentclass{article}&#10;\usepackage{amsmath,bm,eufrak}&#10;\pagestyle{empty}&#10;\begin{document}&#10;&#10;\begin{equation*}&#10;\tilde{\alpha},\beta \ne 0&#10;\quad : \quad&#10;\hat{\mathcal{G}}_{i\left(s\right)_{12}w}&#10;=&#10;\mathcal{G}_{\left\{\left(\mathcal{L}_{12}-W\delta_{s_{1}\bar{1}}-W\delta_{s_{2}\bar{1}}+Ww\right)\hat{\mathcal{Z}}_{i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659BB57A-3F23-48E3-84BC-1B2BB84A131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727998" y="4753942"/>
              <a:ext cx="4736005" cy="376686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8FD0AB9-F234-4B9D-9615-CAA549A3D7E1}"/>
              </a:ext>
            </a:extLst>
          </p:cNvPr>
          <p:cNvGrpSpPr/>
          <p:nvPr/>
        </p:nvGrpSpPr>
        <p:grpSpPr>
          <a:xfrm>
            <a:off x="2750930" y="3054822"/>
            <a:ext cx="6690141" cy="1076999"/>
            <a:chOff x="2750930" y="3054822"/>
            <a:chExt cx="6690141" cy="1076999"/>
          </a:xfrm>
        </p:grpSpPr>
        <p:pic>
          <p:nvPicPr>
            <p:cNvPr id="23" name="Picture 22" descr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C2160DD-75E0-4118-BE50-729A8220717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2750930" y="3054822"/>
              <a:ext cx="6690141" cy="24259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Picture 5" descr="\documentclass{article}&#10;\usepackage{amsmath,bm,eufrak}&#10;\pagestyle{empty}&#10;\begin{document}&#10;&#10;\begin{align*}&#10;\hat{\Sigma}_{i}&#10;&amp; = &#10;\sum_{s_{1}=-\kappa_{1}}^{+\kappa_{1}}&#10;\sum_{s_{2}=-\kappa_{2}}^{+\kappa_{2}}&#10;\sum_{u}&#10;\mathfrak{h}_{\left(s\right)_{12}u}&#10;\hat{\mathcal{P}}_{\left(s\right)_{12}}&#10;\hat{\mathcal{F}}_{i\left(s\right)_{12}u}&#10;\end{align*}&#10;&#10;\end{document}" title="IguanaTex Bitmap Display">
              <a:extLst>
                <a:ext uri="{FF2B5EF4-FFF2-40B4-BE49-F238E27FC236}">
                  <a16:creationId xmlns:a16="http://schemas.microsoft.com/office/drawing/2014/main" id="{1DE7E542-6ADB-4570-A03B-13440F7BEC7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997027" y="3461187"/>
              <a:ext cx="4197947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063968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D4d. Integral summation term restated (</a:t>
            </a:r>
            <a:r>
              <a:rPr lang="el-GR" dirty="0"/>
              <a:t>Δ</a:t>
            </a:r>
            <a:r>
              <a:rPr lang="en-US" dirty="0"/>
              <a:t> = 0, z = 1)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0C4C005-6576-4921-A8CF-925889428FE2}"/>
              </a:ext>
            </a:extLst>
          </p:cNvPr>
          <p:cNvGrpSpPr/>
          <p:nvPr/>
        </p:nvGrpSpPr>
        <p:grpSpPr>
          <a:xfrm>
            <a:off x="4609371" y="2974863"/>
            <a:ext cx="2912916" cy="1110839"/>
            <a:chOff x="4609371" y="2974863"/>
            <a:chExt cx="2912916" cy="1110839"/>
          </a:xfrm>
        </p:grpSpPr>
        <p:pic>
          <p:nvPicPr>
            <p:cNvPr id="7" name="Picture 6" descr="\documentclass{article}&#10;\usepackage{amsmath,bm,eufrak}&#10;\pagestyle{empty}&#10;\begin{document}&#10;&#10;\begin{equation*}&#10;\tilde{\alpha},\beta = 0&#10;\quad:\quad&#10;\hat{\mathcal{G}} = 1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F23AE18F-66AC-42C2-90E9-6033FB6747E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210971" y="2974863"/>
              <a:ext cx="1770059" cy="230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Picture 7" descr="\documentclass{article}&#10;\usepackage{amsmath,bm,eufrak}&#10;\pagestyle{empty}&#10;\begin{document}&#10;&#10;\begin{align*}&#10;\hat{\Sigma}_{i}&#10;&amp; = &#10;\sum_{s_{1}=-\kappa_{1}}^{+\kappa_{1}}&#10;\sum_{s_{2}=-\kappa_{2}}^{+\kappa_{2}}&#10;\mathfrak{j}_{\left(s\right)_{12}}&#10;\hat{\mathcal{P}}_{\left(s\right)_{12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C8C7E81-E013-46E8-B850-2E1F8D91900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609371" y="3415068"/>
              <a:ext cx="2912916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CAB4DA-C41D-46E4-9A73-C362B36F6AF5}"/>
              </a:ext>
            </a:extLst>
          </p:cNvPr>
          <p:cNvGrpSpPr/>
          <p:nvPr/>
        </p:nvGrpSpPr>
        <p:grpSpPr>
          <a:xfrm>
            <a:off x="1657599" y="2076221"/>
            <a:ext cx="8876801" cy="230400"/>
            <a:chOff x="1657599" y="2076221"/>
            <a:chExt cx="8876801" cy="230400"/>
          </a:xfrm>
        </p:grpSpPr>
        <p:pic>
          <p:nvPicPr>
            <p:cNvPr id="4" name="Picture 3" descr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0CBEFFB-FE46-4D54-A1BA-D10C05D3A72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763046" y="2089631"/>
              <a:ext cx="4771354" cy="2035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 descr="\documentclass{article}&#10;\usepackage{amsmath,bm,eufrak}&#10;\pagestyle{empty}&#10;\begin{document}&#10;&#10;\begin{align*}&#10;\Delta = 0, z = 1&#10;\quad &amp;: \quad&#10;\hat{\mathcal{F}}_{u}&#10;= &#10;\delta_{u0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7E65CDF3-87D4-452D-A02E-2F8A39DBA6C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657599" y="2076221"/>
              <a:ext cx="2447848" cy="23040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2C82738-3EFD-489A-841B-101F26B08A27}"/>
              </a:ext>
            </a:extLst>
          </p:cNvPr>
          <p:cNvGrpSpPr/>
          <p:nvPr/>
        </p:nvGrpSpPr>
        <p:grpSpPr>
          <a:xfrm>
            <a:off x="1268565" y="4753944"/>
            <a:ext cx="9654871" cy="1257125"/>
            <a:chOff x="1268565" y="4753944"/>
            <a:chExt cx="9654871" cy="1257125"/>
          </a:xfrm>
        </p:grpSpPr>
        <p:pic>
          <p:nvPicPr>
            <p:cNvPr id="11" name="Picture 10" descr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left(s\right)_{12}w}&#10;=&#10;\mathcal{G}_{\left\{\left(\mathfrak{L}_{12}-W\delta_{s_{1}\bar{1}}-W\delta_{s_{2}\bar{1}}+Ww\right)\hat{\mathcal{Z}}_{i}\right\}}^{(W)}&#10;\\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4D38B1F-4C22-48F7-A67B-84CA172D203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268565" y="4753944"/>
              <a:ext cx="9654871" cy="3766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Picture 15" descr="\documentclass{article}&#10;\usepackage{amsmath,bm,eufrak}&#10;\pagestyle{empty}&#10;\begin{document}&#10;&#10;\begin{align*}&#10;\hat{\Sigma}_{i}&#10;&amp; = &#10;\sum_{s_{1}=-\kappa_{1}}^{+\kappa_{1}}&#10;\sum_{s_{2}=-\kappa_{2}}^{+\kappa_{2}}&#10;\sum_{w}&#10;\mathfrak{J}_{\left(s\right)_{12}w}&#10;\hat{\mathcal{P}}_{\left(s\right)_{12}}&#10;\hat{\mathcal{G}}_{i\left(s\right)_{12}w}&#10;\end{align*}&#10;&#10;\end{document}" title="IguanaTex Bitmap Display">
              <a:extLst>
                <a:ext uri="{FF2B5EF4-FFF2-40B4-BE49-F238E27FC236}">
                  <a16:creationId xmlns:a16="http://schemas.microsoft.com/office/drawing/2014/main" id="{DC4313F7-063C-4984-B4C8-D5CD9C0D30D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981255" y="5340435"/>
              <a:ext cx="4229491" cy="670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27134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9.9325"/>
  <p:tag name="ORIGINALWIDTH" val="5399.325"/>
  <p:tag name="OUTPUTTYPE" val="PNG"/>
  <p:tag name="IGUANATEXVERSION" val="159"/>
  <p:tag name="LATEXADDIN" val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/>
  <p:tag name="IGUANATEXSIZE" val="20"/>
  <p:tag name="IGUANATEXCURSOR" val="55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268.091"/>
  <p:tag name="OUTPUTTYPE" val="PNG"/>
  <p:tag name="IGUANATEXVERSION" val="159"/>
  <p:tag name="LATEXADDIN" val="\documentclass{article}&#10;\usepackage{amsmath,bm,eufrak}&#10;\pagestyle{empty}&#10;\begin{document}&#10;&#10;\begin{equation*}&#10;\Phi_{\eta\lambda;m\xi lk}^{(W\kappa p)}&#10;= &#10;\left(\frac{\hbar^{2}}{2m_{0}a_{0}^{2}\eta^{2}}\right)^{\kappa}&#10;\hat{Q}_{m\xi}^{(p)}&#10;\sum_{s=-\kappa}^{+\kappa}&#10;\mathfrak{H}^{(\kappa)}_{\lambda;lm,s}&#10;\hat{\mathcal{P}}_{\lambda;(l+2s)m}^{(p)}&#10;\hat{\mathcal{R}}_{\eta\lambda;lk,s}^{(W\kappa p)}&#10;\end{equation*}&#10;&#10;\end{document}"/>
  <p:tag name="IGUANATEXSIZE" val="20"/>
  <p:tag name="IGUANATEXCURSOR" val="39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0.8774"/>
  <p:tag name="ORIGINALWIDTH" val="2710.911"/>
  <p:tag name="OUTPUTTYPE" val="PNG"/>
  <p:tag name="IGUANATEXVERSION" val="159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/>
  <p:tag name="IGUANATEXSIZE" val="20"/>
  <p:tag name="IGUANATEXCURSOR" val="58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92.801"/>
  <p:tag name="OUTPUTTYPE" val="PNG"/>
  <p:tag name="IGUANATEXVERSION" val="159"/>
  <p:tag name="LATEXADDIN" val="\documentclass{article}&#10;\usepackage{amsmath,bm}&#10;\pagestyle{empty}&#10;\begin{document}&#10;&#10;\begin{align*}&#10;h_{lk,v}^{(\kappa s)}&#10;&amp; =&#10;\left(1-\kappa\right)\delta_{s0}\delta_{v0} + \kappa g_{lk,v}^{(s)}&#10;\\&#10;\end{align*}&#10;&#10;\end{document}"/>
  <p:tag name="IGUANATEXSIZE" val="20"/>
  <p:tag name="IGUANATEXCURSOR" val="16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41.1324"/>
  <p:tag name="LATEXADDIN" val="\documentclass{article}&#10;\usepackage{amsmath,bm,eufrak}&#10;\pagestyle{empty}&#10;\begin{document}&#10;&#10;\begin{align*}&#10;\alpha&#10;=&#10;\frac{2}{W}\left(l+\frac{1}{W}\right)&#10;\end{align*}&#10;&#10;\end{document}"/>
  <p:tag name="IGUANATEXSIZE" val="14"/>
  <p:tag name="IGUANATEXCURSOR" val="1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LATEXADDIN" val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4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48.781"/>
  <p:tag name="OUTPUTTYPE" val="PNG"/>
  <p:tag name="IGUANATEXVERSION" val="159"/>
  <p:tag name="LATEXADDIN" val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/>
  <p:tag name="IGUANATEXSIZE" val="20"/>
  <p:tag name="IGUANATEXCURSOR" val="1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+1)}&#10;=&#10;-\sqrt{(k-1)k(k+\alpha)}&#10;\\&#10;g_{lk,-1}^{(+1)}&#10;=&#10;-\sqrt{k}\left(k+2\alpha+5-2\delta_{W,2}\right)&#10;\\&#10;g_{lk,0}^{(+1)}&#10;=&#10;\sqrt{k+\alpha+1}&#10;\left(k-\alpha-4+2\delta_{W,2}\right)&#10;\\&#10;g_{lk,+1}^{(+1)}&#10;=&#10;\sqrt{(k+1)(k+1+\alpha)(k+2+\alpha)}&#10;\\&#10;\end{gather*}&#10;&#10;\end{document}"/>
  <p:tag name="IGUANATEXSIZE" val="13"/>
  <p:tag name="IGUANATEXCURSOR" val="28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0)}&#10;=&#10;-\sqrt{(k-1)k(k+\alpha)}&#10;\\&#10;g_{lk,-1}^{(0)}&#10;=&#10;-\sqrt{k}\left(k+3-2\delta_{W,2}\right)&#10;\\&#10;g_{lk,0}^{(0)}&#10;=&#10;\sqrt{k+\alpha+1}&#10;\left(k+\alpha-2+2\delta_{W,2}\right)&#10;\\&#10;g_{lk,+1}^{(0)}&#10;=&#10;\sqrt{(k+1)(k+1+\alpha)(k+2+\alpha)}&#10;\\&#10;\end{gather*}&#10;&#10;\end{document}"/>
  <p:tag name="IGUANATEXSIZE" val="13"/>
  <p:tag name="IGUANATEXCURSOR" val="27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9.224"/>
  <p:tag name="LATEXADDIN" val="\documentclass{article}&#10;\usepackage{amsmath,bm,eufrak}&#10;\pagestyle{empty}&#10;\begin{document}&#10;&#10;\begin{gather*}&#10;g_{lk,-2}^{(-1)}&#10;=&#10;-\sqrt{(k-1)k(k-1+\alpha)(k+\alpha)}&#10;\\&#10;g_{lk,-1}^{(-1)}&#10;=&#10;2\sqrt{k(k+\alpha)}\left(\alpha-2-3\delta_{W,2}\right)&#10;\\&#10;g_{lk,0}^{(-1)}&#10;=&#10;2k^{2}-4\left(\alpha-1+\delta_{W,2}\right)\left(\alpha-3+2\delta_{W,2}\right)+(\alpha+1)(2k+3\alpha-8+6\delta_{W,2})&#10;\\&#10;g_{lk,+1}^{(-1)}&#10;=&#10;-2\sqrt{(k+1)(k+1+\alpha)}\left(\alpha-5+3\delta_{W,2}\right)&#10;\\&#10;g_{lk,+2}^{(-1)}&#10;=&#10;-\sqrt{(k+1)(k+2)(k+1+\alpha)(k+2+\alpha)}&#10;\end{gather*}&#10;&#10;\end{document}"/>
  <p:tag name="IGUANATEXSIZE" val="13"/>
  <p:tag name="IGUANATEXCURSOR" val="2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8.4552"/>
  <p:tag name="ORIGINALWIDTH" val="2851.894"/>
  <p:tag name="OUTPUTTYPE" val="PNG"/>
  <p:tag name="IGUANATEXVERSION" val="159"/>
  <p:tag name="LATEXADDIN" val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end{align*}&#10;&#10;\end{document}"/>
  <p:tag name="IGUANATEXSIZE" val="20"/>
  <p:tag name="IGUANATEXCURSOR" val="322"/>
  <p:tag name="TRANSPARENCY" val="True"/>
  <p:tag name="FILENAME" val=""/>
  <p:tag name="LATEXENGINEID" val="0"/>
  <p:tag name="TEMPFOLDER" val="C:\iguanatex\"/>
  <p:tag name="LATEXFORMHEIGHT" val="463"/>
  <p:tag name="LATEXFORMWIDTH" val="1002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2.306"/>
  <p:tag name="ORIGINALWIDTH" val="4617.173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_{\left(mlk\xi\Omega\right)_{12}}&#10;&amp; =&#10;\int_{-1}^{1} \mathrm{d}\chi&#10;\int_{-\pi}^{+\pi} \mathrm{d}\phi&#10;\int_{0}^{\infty} r^2\mathrm{d}r\,&#10;\tilde{U}_{\left\{r\right\}}&#10;\left(\Phi_{\left(\eta\lambda;m\zeta lk\right)_{1}\left\{\bm{r}\right\}}^{\left(W\kappa_{1}p_{1}\right)}\right)^{*}&#10;      \Phi_{\left(\eta\lambda;m\zeta lk\right)_{2}\left\{\bm{r}\right\}}^{\left(W\kappa_{2}p_{2}\right)}&#10;\\&#10;&amp; =&#10;\frac{\left(\frac{\hbar^{2}}{2m_{0}a_{0}^{2}}\right)^{\kappa_{1}+\kappa_{2}}}{\eta_{1}^{2\kappa_{1}}\eta_{2}^{2\kappa_{2}}}&#10;\int_{\mathcal{S}} \mathrm{d}\Omega\,&#10;\hat{Q}&#10;\sum_{s_{1}=-\kappa_{1}}^{+\kappa_{1}}&#10;\sum_{s_{2}=-\kappa_{2}}^{+\kappa_{2}}&#10;\mathfrak{H}^{(\kappa)_{1}}_{\left(\lambda;lm,s\right)_{1}}&#10;\mathfrak{H}^{(\kappa)_{2}}_{\left(\lambda;lm,s\right)_{2}}&#10;\hat{\mathcal{P}}_{\left(s\right)_{12}}&#10;\hat{\mathcal{I}}_{\left(s\right)_{12}}&#10;\\&#10;\hat{\mathcal{I}}_{\left(s\right)_{12}}&#10;&amp; =&#10;\sum_{i}&#10;\tilde{\mathfrak{U}}_{i}&#10;\mathcal{U}_{i\left\{\chi,\phi\right\}}&#10;\mathcal{I}_{\left(s\right)_{12}\left\{&#10;\vartheta_{\lambda_{1}\left\{\chi_{p_{1}}\right\}},\vartheta_{\lambda_{2}\left\{\chi_{p_{2}}\right\}},&#10;\tilde{\alpha}_{i\left\{\chi,\phi\right\}},\beta_{i\left\{\chi,\phi\right\}}&#10;\right\}}&#10;\\&#10;\mathcal{I}_{\left(s\right)_{12}\left\{\vartheta_{1},\vartheta_{2},\tilde{\alpha},\beta\right\}}&#10;&amp; = &#10;\int_{0}^{\infty} r^2\mathrm{d}r\,&#10;\left(\frac{r}{a_{0}}\right)^{d}&#10;\mathrm{e}^{-\tilde{\alpha}\frac{r}{a_{0}}}&#10;\mathrm{e}^{-\beta\left(\frac{r}{a_{0}}\right)^{2}}&#10;\mathcal{R}_{\left(s\right)_{12}\left\{&#10;r,\vartheta_{1},\vartheta_{2}&#10;\right\}}&#10;\end{align*}&#10;&#10;\end{document}"/>
  <p:tag name="IGUANATEXSIZE" val="18"/>
  <p:tag name="IGUANATEXCURSOR" val="281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0.1613"/>
  <p:tag name="ORIGINALWIDTH" val="2828.646"/>
  <p:tag name="OUTPUTTYPE" val="PNG"/>
  <p:tag name="IGUANATEXVERSION" val="159"/>
  <p:tag name="LATEXADDIN" val="\documentclass{article}&#10;\usepackage{amsmath,bm,eufrak}&#10;\pagestyle{empty}&#10;\begin{document}&#10;&#10;\begin{align*}&#10;\hat{Q}&#10;&amp; =&#10;\hat{Q}^{*}_{\left(m\zeta\right)_{1}\left\{\phi_{p_{1}}\right\}}&#10;\hat{Q}_{\left(m\zeta\right)_{2}\left\{\phi_{p_{2}}\right\}}&#10;\\&#10;\hat{\mathcal{P}}_{\left(s\right)_{12}}&#10;&amp; =&#10;\hat{\mathcal{P}}_{\left(\lambda;(l+2s)m\right)_{1}\left\{\chi_{p_{1}}\right\}}&#10;\hat{\mathcal{P}}_{\left(\lambda;(l+2s)m\right)_{2}\left\{\chi_{p_{2}}\right\}}&#10;\\&#10;\mathcal{R}_{\left(s\right)_{12}\left\{r,\vartheta_{1},\vartheta_{2}\right\}}&#10;&amp; =&#10;\hat{\mathcal{R}}_{\left(\eta\lambda;lk,s\right)_{1}\left\{r,\vartheta_{1}\right\}}^{(W\kappa_{1})}&#10;\hat{\mathcal{R}}_{\left(\eta\lambda;lk,s\right)_{2}\left\{r,\vartheta_{2}\right\}}^{(W\kappa_{2})}&#10;\end{align*}&#10;&#10;\end{document}"/>
  <p:tag name="IGUANATEXSIZE" val="18"/>
  <p:tag name="IGUANATEXCURSOR" val="673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3.093"/>
  <p:tag name="ORIGINALWIDTH" val="7344.582"/>
  <p:tag name="OUTPUTTYPE" val="PNG"/>
  <p:tag name="IGUANATEXVERSION" val="159"/>
  <p:tag name="LATEXADDIN" val="\documentclass{article}&#10;\usepackage{amsmath,bm,eufrak}&#10;\pagestyle{empty}&#10;\begin{document}&#10;&#10;\begin{align*}&#10;\hat{\mathcal{R}}^{(12)}_{\left(s\right)_{12}}&#10;&amp; =&#10;r^{-3}&#10;W&#10;\rho_{1}^{\frac{l_{1}+\frac{3}{2}}{W}-\kappa_{1}\delta_{W,1}-\delta_{s_{1}\bar{1}}}&#10;\rho_{2}^{\frac{l_{2}+\frac{3}{2}}{W}-\kappa_{2}\delta_{W,1}-\delta_{s_{2}\bar{1}}}&#10;\mathrm{e}^{-\rho_{1}/2}\mathrm{e}^{-\rho_{2}/2}&#10;\sum_{v_{1}=-2\kappa_{1}}^{\kappa_{1}+\delta_{s_{1}\bar{1}}}&#10;\sum_{v_{2}=-2\kappa_{2}}^{\kappa_{2}+\delta_{s_{2}\bar{1}}}&#10;h^{(\kappa_{1})}_{\left(lk,sv\right)_{1}}&#10;h^{(\kappa_{2})}_{\left(lk,sv\right)_{2}}&#10;\hat{L}_{\left(k_{1}+v_{1}\right)\left\{\rho_{1}\right\}}^{(\frac{2}{W}\left(l_{1}+\frac{1}{W}\right)+\kappa_{1}-\delta_{s_{1}\bar{1}})}&#10;\hat{L}_{\left(k_{2}+v_{2}\right)\left\{\rho_{2}\right\}}^{(\frac{2}{W}\left(l_{2}+\frac{1}{W}\right)+\kappa_{2}-\delta_{s_{2}\bar{1}})}&#10;\\&#10;&amp; =&#10;r^{-2}&#10;\left(\frac{r}{a_{0}}\right)^{-1}&#10;\frac{W}{a_{0}}&#10;\rho_{1}^{\frac{l_{1}+\frac{3}{2}}{W}-\kappa_{1}\delta_{W,1}-\delta_{s_{1}\bar{1}}}&#10;\rho_{2}^{\frac{l_{2}+\frac{3}{2}}{W}-\kappa_{2}\delta_{W,1}-\delta_{s_{2}\bar{1}}}&#10;\mathrm{e}^{-\frac{\rho_{1}+\rho_{2}}{2}}&#10;\mathcal{L}_{\left(s\right)_{12}}&#10;\\&#10;\mathcal{L}_{\left(s\right)_{12}}&#10;&amp; =&#10;\sum_{v_{1}=-2\kappa_{1}}^{\kappa_{1}+\delta_{s_{1}\bar{1}}}&#10;\sum_{v_{2}=-2\kappa_{2}}^{\kappa_{2}+\delta_{s_{2}\bar{1}}}&#10;h^{(\kappa_{1})}_{\left(lk,sv\right)_{1}}&#10;h^{(\kappa_{2})}_{\left(lk,sv\right)_{2}}&#10;\hat{L}_{\left(k_{1}+v_{1}\right)\left\{\rho_{1}\right\}}^{(\mathfrak{l}_{1}+\kappa_{1}-\delta_{s_{1}\bar{1}})}&#10;\hat{L}_{\left(k_{2}+v_{2}\right)\left\{\rho_{2}\right\}}^{(\mathfrak{l}_{2}+\kappa_{2}-\delta_{s_{2}\bar{1}})}&#10;\\&#10;\end{align*}&#10;&#10;\end{document}"/>
  <p:tag name="IGUANATEXSIZE" val="16"/>
  <p:tag name="IGUANATEXCURSOR" val="1632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4.4357"/>
  <p:tag name="ORIGINALWIDTH" val="5019.873"/>
  <p:tag name="OUTPUTTYPE" val="PNG"/>
  <p:tag name="IGUANATEXVERSION" val="159"/>
  <p:tag name="LATEXADDIN" val="\documentclass{article}&#10;\usepackage{amsmath,bm}&#10;\pagestyle{empty}&#10;\begin{document}&#10;&#10;\begin{align*}&#10;\hat{\mathcal{R}}_{\eta\lambda;lk,s\left\{r,\vartheta\right\}}^{(W\kappa)}&#10;&amp; =&#10;r^{-\frac{3}{2}}&#10;\left[&#10;\sqrt{W}&#10;\rho^{\frac{l+\frac{3}{2}}{W}-\kappa\delta_{W,1}-\delta_{s,-1}}\mathrm{e}^{-\rho/2}&#10;\sum_{v=-2\kappa}^{\kappa+\delta_{s,-1}}&#10;h_{lk,sv}^{(\kappa)}&#10;\hat{L}_{\left(k+v\right)\left\{\rho\right\}}^{\left(\frac{2}{W}\left(l+\frac{1}{W}\right)+\kappa-\delta_{s,-1}\right)}&#10;\right|_{\rho \rightarrow \left(\frac{2r\vartheta}{Wa_{0}\eta}\right)^{W}}&#10;\\&#10;\end{align*}&#10;&#10;\end{document}"/>
  <p:tag name="IGUANATEXSIZE" val="20"/>
  <p:tag name="IGUANATEXCURSOR" val="52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5.6655"/>
  <p:tag name="ORIGINALWIDTH" val="1007.124"/>
  <p:tag name="OUTPUTTYPE" val="PNG"/>
  <p:tag name="IGUANATEXVERSION" val="159"/>
  <p:tag name="LATEXADDIN" val="\documentclass{article}&#10;\usepackage{amsmath,amssymb,bm}&#10;\pagestyle{empty}&#10;\begin{document}&#10;&#10;\begin{align*}&#10;\rho_{i}&#10;&amp; =&#10;\left(\frac{2r\vartheta_{i}}{Wa_{0}\eta_{i}}\right)^{W}&#10;\\&#10;\mathfrak{l}_{i}&#10;&amp; =&#10;\frac{2}{W}\left(l_{i}+\frac{1}{W}\right)&#10;\end{align*}&#10;&#10;\end{document}"/>
  <p:tag name="IGUANATEXSIZE" val="14"/>
  <p:tag name="IGUANATEXCURSOR" val="5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43.457"/>
  <p:tag name="ORIGINALWIDTH" val="4774.653"/>
  <p:tag name="OUTPUTTYPE" val="PNG"/>
  <p:tag name="IGUANATEXVERSION" val="159"/>
  <p:tag name="LATEXADDIN" val="\documentclass{article}&#10;\usepackage{amsmath,bm,eufrak}&#10;\pagestyle{empty}&#10;\begin{document}&#10;&#10;\begin{align*}&#10;\rho&#10;\equiv&#10;\frac{\rho_{1}+\rho_{2}}{2}&#10;&amp; =&#10;\left(\frac{2r}{Wa_\perp}\right)^{W}&#10;\frac{1}{2}&#10;\left[&#10;\left(\frac{\vartheta_{1}}{\eta_{1}}\right)^{W}&#10;+&#10;\left(\frac{\vartheta_{2}}{\eta_{2}}\right)^{W}&#10;\right]&#10;=&#10;\left(\frac{2r}{Wa_\perp}\right)^{W}&#10;\left[&#10;\frac{&#10;\left(\eta_{2}\vartheta_{1}\right)^{W}&#10;+&#10;\left(\eta_{1}\vartheta_{2}\right)^{W}&#10;}{2\left(\eta_{1}\eta_{2}\right)^{W}}&#10;\right]&#10;\\&#10;\frac{1}{\hat{\eta}^{W}}&#10;&amp; \equiv&#10;\frac{&#10;\left(\eta_{2}\vartheta_{1}\right)^{W}&#10;+&#10;\left(\eta_{1}\vartheta_{2}\right)^{W}&#10;}{2\left(\eta_{1}\eta_{2}\right)^{W}}&#10;\\&#10;&amp; =&#10;\frac&#10;{\eta_{2}^{W}+\eta_{1}^{W}}&#10;{2\left(\eta_{1}\eta_{2}\right)^{W}}&#10;\frac&#10;{\vartheta_{1}^{W}+\vartheta_{2}^{W}}&#10;{2}&#10;\frac&#10;{&#10;2\left(\eta_{2}\vartheta_{1}\right)^{W}&#10;+&#10;2\left(\eta_{1}\vartheta_{2}\right)^{W}&#10;}&#10;{\left(\eta_{2}^{W}+\eta_{1}^{W}\right)\left(\vartheta_{1}^{W}+\vartheta_{2}^{W}\right)}&#10;\\&#10;&amp; =&#10;\frac&#10;{\eta_{2}^{W}+\eta_{1}^{W}}&#10;{2\left(\eta_{1}\eta_{2}\right)^{W}}&#10;\frac&#10;{\vartheta_{1}^{W}+\vartheta_{2}^{W}}&#10;{2}&#10;\left(&#10;1&#10;+&#10;\frac&#10;{\left(\eta_{2}^{W}-\eta_{1}^{W}\right)\left(\vartheta_{1}^{W}-\vartheta_{2}^{W}\right)}&#10;{\left(\eta_{2}^{W}+\eta_{1}^{W}\right)\left(\vartheta_{1}^{W}+\vartheta_{2}^{W}\right)}&#10;\right)&#10;\\&#10;&amp; =&#10;\left(\frac{1}{\eta}\hat{\vartheta}\hat{\Xi}\right)^{W}&#10;\\&#10;\rho&#10;&amp; = &#10;\left(\frac{2r}{Wa_{0}\hat{\eta}}\right)^{W}&#10;\end{align*}&#10;&#10;\end{document}"/>
  <p:tag name="IGUANATEXSIZE" val="14"/>
  <p:tag name="IGUANATEXCURSOR" val="1288"/>
  <p:tag name="TRANSPARENCY" val="True"/>
  <p:tag name="FILENAME" val=""/>
  <p:tag name="LATEXENGINEID" val="0"/>
  <p:tag name="TEMPFOLDER" val="C:\iguanatex\"/>
  <p:tag name="LATEXFORMHEIGHT" val="666"/>
  <p:tag name="LATEXFORMWIDTH" val="1059.7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5043.87"/>
  <p:tag name="OUTPUTTYPE" val="PNG"/>
  <p:tag name="IGUANATEXVERSION" val="159"/>
  <p:tag name="LATEXADDIN" val="\documentclass{article}&#10;\usepackage{amsmath,bm,eufrak}&#10;\pagestyle{empty}&#10;\begin{document}&#10;&#10;\begin{align*}&#10;\delta&#10;&amp; \equiv&#10;\frac{\eta_{2}^{W}-\eta_{1}^{W}}{\eta_{2}^{W}+\eta_{1}^{W}}&#10;&amp;&#10;\hat{\epsilon}&#10;&amp; \equiv&#10;\frac&#10;{\vartheta_{1}^{W}-\vartheta_{2}^{W}}&#10;{\vartheta_{1}^{W}+\vartheta_{2}^{W}}&#10;&amp;&#10;\eta^{W}&#10;&amp; \equiv&#10;\frac&#10;{2\eta_{1}^{W}\eta_{2}^{W}}&#10;{\eta_{2}^{W}+\eta_{1}^{W}}&#10;&amp;&#10;\hat{\vartheta}^{W}&#10;&amp; \equiv&#10;\frac&#10;{\vartheta_{1}^{W}+\vartheta_{2}^{W}}&#10;{2}&#10;&amp;&#10;\hat{\Xi}^{W}&#10;&amp; \equiv&#10;1+\delta\hat{\epsilon}&#10;&amp;&#10;\hat{\eta}&#10;&amp; \equiv&#10;\frac{\eta}{\hat{\vartheta}\hat{\Xi}}&#10;\end{align*}&#10;&#10;\end{document}"/>
  <p:tag name="IGUANATEXSIZE" val="16"/>
  <p:tag name="IGUANATEXCURSOR" val="557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1.563"/>
  <p:tag name="ORIGINALWIDTH" val="6345.707"/>
  <p:tag name="OUTPUTTYPE" val="PNG"/>
  <p:tag name="IGUANATEXVERSION" val="159"/>
  <p:tag name="LATEXADDIN" val="\documentclass{article}&#10;\usepackage{amsmath,bm,eufrak}&#10;\pagestyle{empty}&#10;\begin{document}&#10;&#10;\begin{align*}&#10;r^{2}&#10;\left(\frac{r}{a_{0}}\right)^{d}&#10;\hat{\mathcal{R}}^{(12)}_{\left(s\right)_{12}}&#10;&amp; =&#10;\frac{W}{a_{0}}\left(\frac{r}{a_{0}}\right)^{d-1}&#10;\rho_{1}^{\frac{l_{1}+\frac{3}{2}}{W}-\kappa_{1}\delta_{W,1}-\delta_{s_{1}\bar{1}}}&#10;\rho_{2}^{\frac{l_{2}+\frac{3}{2}}{W}-\kappa_{2}\delta_{W,1}-\delta_{s_{2}\bar{1}}}&#10;\mathrm{e}^{-\frac{\rho_{1}+\rho_{2}}{2}}&#10;\mathcal{L}_{\left(s\right)_{12}}&#10;\\&#10;&amp; =&#10;\frac{W}{a_{0}}&#10;\left(\rho^{\frac{1}{W}}\frac{W}{2}\hat{\eta}\right)^{d-1}&#10;\left(\rho \hat{\psi}_{1}^{2W}\right)^{\frac{l_{1}+\frac{3}{2}}{W}-\kappa_{1}\delta_{W,1}-\delta_{s_{1}\bar{1}}}&#10;\left(\rho \hat{\psi}_{2}^{2W}\right)^{\frac{l_{2}+\frac{3}{2}}{W}-\kappa_{2}\delta_{W,1}-\delta_{s_{2}\bar{1}}}&#10;\mathrm{e}^{-\rho}&#10;\mathcal{L}_{\left(s\right)_{12}}&#10;\\&#10;&amp; =&#10;\left(\frac{W}{2}\right)^{d}&#10;\frac{2}{a_{0}\hat{\eta}}&#10;\hat{\eta}^{d}&#10;\hat{\psi}_{1}^{2l_{1}+3-2\kappa_{1}\delta_{W,1}-2W\delta_{s_{1}\bar{1}}}&#10;\hat{\psi}_{2}^{2l_{2}+3-2\kappa_{2}\delta_{W,1}-2W\delta_{s_{2}\bar{1}}}&#10;\rho^{\frac{l_{1}+l_{2}+2+d-\delta_{W,1}\left(\kappa_{1}+\kappa_{2}\right)}{W}-\delta_{s_{1}\bar{1}}-\delta_{s_{2}\bar{1}}}&#10;\mathrm{e}^{-\rho}&#10;\mathcal{L}_{\left(s\right)_{12}}&#10;\\&#10;&amp; =&#10;\left(\frac{W}{2}\right)^{d}&#10;\frac{2}{a_{0}\hat{\eta}}&#10;\hat{\eta}^{d}&#10;\hat{\psi}_{1}^{\mathfrak{L}_{1}-2W\delta_{s_{1}\bar{1}}}\hat{\psi}_{2}^{\mathfrak{L}_{2}-2W\delta_{s_{2}\bar{1}}}&#10;\rho^{1-\frac{1}{W}}&#10;\rho^{\frac{\mathfrak{L}_{12}}{W}-1-\delta_{s_{1}\bar{1}}-\delta_{s_{2}\bar{1}}}&#10;\mathrm{e}^{-\rho}&#10;\mathcal{L}_{\left(s\right)_{12}}&#10;\\&#10;\end{align*}&#10;&#10;\end{document}"/>
  <p:tag name="IGUANATEXSIZE" val="16"/>
  <p:tag name="IGUANATEXCURSOR" val="1522"/>
  <p:tag name="TRANSPARENCY" val="True"/>
  <p:tag name="FILENAME" val=""/>
  <p:tag name="LATEXENGINEID" val="0"/>
  <p:tag name="TEMPFOLDER" val="C:\iguanatex\"/>
  <p:tag name="LATEXFORMHEIGHT" val="438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9681"/>
  <p:tag name="ORIGINALWIDTH" val="4257.968"/>
  <p:tag name="OUTPUTTYPE" val="PNG"/>
  <p:tag name="IGUANATEXVERSION" val="159"/>
  <p:tag name="LATEXADDIN" val="\documentclass{article}&#10;\usepackage{amsmath,bm,eufrak}&#10;\pagestyle{empty}&#10;\begin{document}&#10;&#10;\begin{equation*}&#10;\mathfrak{L}_{i}&#10;=&#10;2l_{i}+3-2\kappa_{i}\delta_{W,1}&#10;\quad\quad&#10;\mathfrak{L}_{12}&#10;= &#10;\frac{\mathfrak{L}_{1}+\mathfrak{L}_{2}}{2} + d&#10;=&#10;l_{1}+l_{2}+3+d-\delta_{W,1}\left(\kappa_{1}+\kappa_{2}\right)&#10;\\&#10;\end{equation*}&#10;&#10;\end{document}"/>
  <p:tag name="IGUANATEXSIZE" val="14"/>
  <p:tag name="IGUANATEXCURSOR" val="11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4.9119"/>
  <p:tag name="ORIGINALWIDTH" val="1970.754"/>
  <p:tag name="OUTPUTTYPE" val="PNG"/>
  <p:tag name="IGUANATEXVERSION" val="159"/>
  <p:tag name="LATEXADDIN" val="\documentclass{article}&#10;\usepackage{amsmath,bm}&#10;\pagestyle{empty}&#10;\begin{document}&#10;&#10;\begin{align*}&#10;\rho_{1}&#10;&amp; =&#10;\left(\frac{2r}{Wa_\perp\hat{\eta}}\right)^{W}&#10;\left(\frac{\hat{\eta}\vartheta_{1}}{\eta_{1}}\right)^{W}&#10;= \rho \hat{\psi}_{1}^{2W}&#10;\\&#10;\rho_{2}&#10;&amp; =&#10;\left(\frac{2r}{Wa_\perp\hat{\eta}}\right)^{W}&#10;\left(\frac{\hat{\eta}\vartheta_{2}}{\eta_{2}}\right)^{W}&#10;= \rho \hat{\psi}_{2}^{2W}&#10;\end{align*}&#10;&#10;\end{document}"/>
  <p:tag name="IGUANATEXSIZE" val="14"/>
  <p:tag name="IGUANATEXCURSOR" val="38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552.306"/>
  <p:tag name="OUTPUTTYPE" val="PNG"/>
  <p:tag name="IGUANATEXVERSION" val="159"/>
  <p:tag name="LATEXADDIN" val="\documentclass{article}&#10;\usepackage{amsmath,bm,eufrak}&#10;\pagestyle{empty}&#10;\begin{document}&#10;&#10;\begin{align*}&#10;\psi_{1}&#10;\equiv&#10;\sqrt{\frac{\hat{\eta}\vartheta_{1}}{\eta_{1}}}&#10;\quad\quad&#10;\psi_{2}&#10;\equiv&#10;\sqrt{\frac{\hat{\eta}\vartheta_{2}}{\eta_{2}}}&#10;\end{align*}&#10;&#10;\end{document}"/>
  <p:tag name="IGUANATEXSIZE" val="14"/>
  <p:tag name="IGUANATEXCURSOR" val="213"/>
  <p:tag name="TRANSPARENCY" val="True"/>
  <p:tag name="FILENAME" val=""/>
  <p:tag name="LATEXENGINEID" val="0"/>
  <p:tag name="TEMPFOLDER" val="C:\iguanatex\"/>
  <p:tag name="LATEXFORMHEIGHT" val="666"/>
  <p:tag name="LATEXFORMWIDTH" val="1059.7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9591"/>
  <p:tag name="ORIGINALWIDTH" val="865.3918"/>
  <p:tag name="OUTPUTTYPE" val="PNG"/>
  <p:tag name="IGUANATEXVERSION" val="159"/>
  <p:tag name="LATEXADDIN" val="\documentclass{article}&#10;\usepackage{amsmath,bm,eufrak}&#10;\pagestyle{empty}&#10;\begin{document}&#10;&#10;\begin{align*}&#10;\rho&#10;&amp; = &#10;\left(\frac{2r}{Wa_{0}\hat{\eta}}\right)^{W}&#10;\end{align*}&#10;&#10;\end{document}"/>
  <p:tag name="IGUANATEXSIZE" val="14"/>
  <p:tag name="IGUANATEXCURSOR" val="142"/>
  <p:tag name="TRANSPARENCY" val="True"/>
  <p:tag name="FILENAME" val=""/>
  <p:tag name="LATEXENGINEID" val="0"/>
  <p:tag name="TEMPFOLDER" val="C:\iguanatex\"/>
  <p:tag name="LATEXFORMHEIGHT" val="666"/>
  <p:tag name="LATEXFORMWIDTH" val="1059.7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3.105"/>
  <p:tag name="ORIGINALWIDTH" val="5966.254"/>
  <p:tag name="OUTPUTTYPE" val="PNG"/>
  <p:tag name="IGUANATEXVERSION" val="159"/>
  <p:tag name="LATEXADDIN" val="\documentclass{article}&#10;\usepackage{amsmath,bm,eufrak}&#10;\pagestyle{empty}&#10;\begin{document}&#10;&#10;\begin{align*}&#10;\mathcal{I}_{\left(s\right)_{12}\left\{\vartheta_{1},\vartheta_{2},\tilde{\alpha},\beta\right\}}&#10;&amp; = &#10;\int_{0}^{\infty} r^2\mathrm{d}r\,&#10;\left(\frac{r}{a_{0}}\right)^{d}&#10;\mathrm{e}^{-\tilde{\alpha}\frac{r}{a_{0}}}&#10;\mathrm{e}^{-\beta\left(\frac{r}{a_{0}}\right)^{2}}&#10;\mathcal{R}_{\left(s\right)_{12}\left\{&#10;r,\vartheta_{1},\vartheta_{2}&#10;\right\}}&#10;\\&#10;&amp; = &#10;\int_{0}^{\infty}\mathrm{d}r\,&#10;\left(\frac{W}{2}\right)^{d}&#10;\frac{2}{a_{0}\hat{\eta}}&#10;\hat{\eta}^{d}&#10;\hat{\psi}_{1}^{\mathfrak{L}_{1}-2W\delta_{s_{1}\bar{1}}}\hat{\psi}_{2}^{\mathfrak{L}_{2}-2W\delta_{s_{2}\bar{1}}}&#10;\rho^{1-\frac{1}{W}}&#10;\rho^{\frac{\mathfrak{L}_{12}}{W}-1-\delta_{s_{1}\bar{1}}-\delta_{s_{2}\bar{1}}}&#10;\mathrm{e}^{-\rho}&#10;\mathrm{e}^{-\tilde{\alpha}\frac{r}{a_{0}}}&#10;\mathrm{e}^{-\beta\left(\frac{r}{a_{0}}\right)^{2}}&#10;\mathcal{L}_{\left(s\right)_{12}}&#10;\\&#10;\mathcal{L}_{\left(s\right)_{12}}&#10;&amp; =&#10;\sum_{v_{1}=-2\kappa_{1}}^{\kappa_{1}+\delta_{s_{1},-1}}&#10;\sum_{v_{2}=-2\kappa_{2}}^{\kappa_{2}+\delta_{s_{2},-1}}&#10;h^{(\kappa_{1})}_{\left(lk,sv\right)_{1}}&#10;h^{(\kappa_{2})}_{\left(lk,sv\right)_{2}}&#10;\hat{L}_{\left(k_{1}+v_{1}\right)\left\{\rho_{1}\right\}}^{(\mathfrak{l}_{1}+\kappa_{1}-\delta_{s_{1}\bar{1}})}&#10;\hat{L}_{\left(k_{2}+v_{2}\right)\left\{\rho_{2}\right\}}^{(\mathfrak{l}_{2}+\kappa_{2}-\delta_{s_{2}\bar{1}})}&#10;\\&#10;\end{align*}&#10;&#10;\end{document}"/>
  <p:tag name="IGUANATEXSIZE" val="18"/>
  <p:tag name="IGUANATEXCURSOR" val="383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2.115"/>
  <p:tag name="ORIGINALWIDTH" val="6284.964"/>
  <p:tag name="OUTPUTTYPE" val="PNG"/>
  <p:tag name="IGUANATEXVERSION" val="159"/>
  <p:tag name="LATEXADDIN" val="\documentclass{article}&#10;\usepackage{amsmath,bm,eufrak}&#10;\pagestyle{empty}&#10;\begin{document}&#10;&#10;\begin{align*}&#10;\mathcal{I}_{\left(s\right)_{12}\left\{\vartheta_{1},\vartheta_{2},\tilde{\alpha},\beta\right\}}&#10;&amp; =&#10;\hat{\eta}^{d}\hat{\psi}_{1}^{\mathcal{L}_{1}-2W\delta_{s_{1}\bar{1}}}\hat{\psi}_{2}^{\mathcal{L}_{2}-2W\delta_{s_{2}\bar{1}}}&#10;\mathcal{J}_{\left(s\right)_{12}}&#10;\\&#10;\mathcal{J}_{\left(s\right)_{12}}&#10;&amp; =&#10;\sum_{v_{1}=-2\kappa_{1}}^{\kappa_{1}+\delta_{s_{1}\bar{1}}}&#10;\sum_{v_{2}=-2\kappa_{2}}^{\kappa_{2}+\delta_{s_{2}\bar{1}}}&#10;\left(\frac{W}{2}\right)^{d}&#10;h^{(\kappa_{1})}_{\left(lk,sv\right)_{1}}&#10;h^{(\kappa_{2})}_{\left(lk,sv\right)_{2}}&#10;\mathcal{J}_{\left(sv\right)_{12}}&#10;\\&#10;\mathcal{J}_{\left(sv\right)_{12}}&#10;&amp; =&#10;\int_{0}^{\infty}&#10;\mathrm{d}r\,&#10;\left(&#10;\frac{2}{a_{0}\hat{\eta}}&#10;\rho^{1-\frac{1}{W}}&#10;\rho^{\frac{\mathfrak{L}_{12}}{W}-1-\delta_{s_{1}\bar{1}}-\delta_{s_{2}\bar{1}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\end{align*}&#10;&#10;\end{document}"/>
  <p:tag name="IGUANATEXSIZE" val="18"/>
  <p:tag name="IGUANATEXCURSOR" val="121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95.538"/>
  <p:tag name="ORIGINALWIDTH" val="6184.477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_{\left(mlk\xi\Omega\right)_{12}}&#10;&amp; =&#10;\frac{\left(\frac{\hbar^{2}}{2m_{0}a_{0}^{2}}\right)^{\kappa_{1}+\kappa_{2}}}{\eta_{1}^{2\kappa_{1}}\eta_{2}^{2\kappa_{2}}}&#10;\int_{\mathcal{S}} \mathrm{d}\Omega\,&#10;\hat{Q}&#10;\sum_{s_{1}=-\kappa_{1}}^{+\kappa_{1}}&#10;\sum_{s_{2}=-\kappa_{2}}^{+\kappa_{2}}&#10;\mathfrak{H}^{(\kappa)_{1}}_{\left(\lambda;lm,s\right)_{1}}&#10;\mathfrak{H}^{(\kappa)_{2}}_{\left(\lambda;lm,s\right)_{2}}&#10;\hat{\mathcal{P}}_{\left(s\right)_{12}}&#10;\hat{\mathcal{I}}_{\left(s\right)_{12}}&#10;\\&#10;\hat{\mathcal{I}}_{\left(s\right)_{12}}&#10;&amp; =&#10;\hat{\eta}^{d}\hat{\psi}_{1}^{\mathfrak{L}_{1}-2W\delta_{s_{1}\bar{1}}}\hat{\psi}_{2}^{\mathfrak{L}_{2}-2W\delta_{s_{2}\bar{1}}}&#10;\sum_{i}&#10;\tilde{\mathfrak{U}}_{i}&#10;\mathcal{U}_{i\left\{\chi,\phi\right\}}&#10;\mathcal{J}_{\left(s\right)_{12}\left\{\tilde{\alpha}_{i\left\{\chi,\phi\right\}},\beta_{i\left\{\chi,\phi\right\}}\right\}}&#10;\\&#10;\mathcal{J}_{\left(s\right)_{12}\left\{\tilde{\alpha},\beta\right\}}&#10;&amp; =&#10;\sum_{v_{1}=-2\kappa_{1}}^{\kappa_{1}+\delta_{s_{1},-1}}&#10;\sum_{v_{2}=-2\kappa_{2}}^{\kappa_{2}+\delta_{s_{2},-1}}&#10;\left(\frac{W}{2}\right)^{d}&#10;h^{(\kappa_{1})}_{\left(lk,sv\right)_{1}}&#10;h^{(\kappa_{2})}_{\left(lk,sv\right)_{2}}&#10;\mathcal{J}_{\left(sv\right)_{12}}&#10;\\&#10;\mathcal{J}_{\left(sv\right)_{12}}&#10;&amp; =&#10;\int_{0}^{\infty}&#10;\mathrm{d}r\,&#10;\left(&#10;\frac{2}{a_{0}\hat{\eta}}&#10;\rho^{1-\frac{1}{W}}&#10;\rho^{\frac{\mathfrak{L}_{12}}{W}-1-\delta_{s_{1}\bar{1}}-\delta_{s_{2}\bar{1}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\end{align*}&#10;&#10;\end{document}"/>
  <p:tag name="IGUANATEXSIZE" val="18"/>
  <p:tag name="IGUANATEXCURSOR" val="663"/>
  <p:tag name="TRANSPARENCY" val="False"/>
  <p:tag name="FILENAME" val=""/>
  <p:tag name="LATEXENGINEID" val="0"/>
  <p:tag name="TEMPFOLDER" val="C:\iguanatex\"/>
  <p:tag name="LATEXFORMHEIGHT" val="571.5"/>
  <p:tag name="LATEXFORMWIDTH" val="1019.2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538.433"/>
  <p:tag name="OUTPUTTYPE" val="PNG"/>
  <p:tag name="IGUANATEXVERSION" val="159"/>
  <p:tag name="LATEXADDIN" val="\documentclass{article}&#10;\usepackage{amsmath,bm,eufrak}&#10;\pagestyle{empty}&#10;\begin{document}&#10;&#10;\begin{equation*}&#10;\vartheta_{i} \equiv \vartheta_{\lambda_{i}\left\{\chi_{p_{i}}\right\}}&#10;\quad\quad&#10;\psi_{1} \equiv \sqrt{\frac{\hat{\eta}\vartheta_{1}}{\eta_{1}}}&#10;\quad\quad&#10;\psi_{2} \equiv \sqrt{\frac{\hat{\eta}\vartheta_{2}}{\eta_{2}}}&#10;\end{equation*}&#10;&#10;\end{document}"/>
  <p:tag name="IGUANATEXSIZE" val="18"/>
  <p:tag name="IGUANATEXCURSOR" val="12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9.336"/>
  <p:tag name="ORIGINALWIDTH" val="5693.288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_{\left(mlk\xi\Omega\right)_{12}}&#10;&amp; =&#10;\left(\frac{\hbar^{2}}{2m_{0}a_{0}^{2}}\right)^{\kappa_{1}+\kappa_{2}}&#10;\int_{\mathcal{S}} \mathrm{d}\Omega\,&#10;\frac{\hat{\eta}^{d}\hat{\psi}_{1}^{\mathfrak{L}_{1}}\hat{\psi}_{2}^{\mathfrak{L}_{2}}}{\eta_{1}^{2\kappa_{1}}\eta_{2}^{2\kappa_{2}}}&#10;\hat{\Sigma}&#10;\hat{Q}&#10;\\&#10;&amp; =&#10;\left(\frac{\hbar^{2}}{2m_{0}a_{0}^{2}}\right)^{\kappa_{1}+\kappa_{2}}&#10;\int_{\mathcal{S}} \mathrm{d}\Omega\,&#10;\frac{&#10;\hat{\eta}^{d}&#10;\left(\sqrt{\frac{\hat{\eta}\vartheta_{1}}{\eta_{1}}}\right)^{\mathfrak{L}_{1}}&#10;\left(\sqrt{\frac{\hat{\eta}\vartheta_{2}}{\eta_{2}}}\right)^{\mathfrak{L}_{2}}&#10;}&#10;{\eta_{1}^{2\kappa_{1}}\eta_{2}^{2\kappa_{2}}}&#10;\hat{\Sigma}&#10;\hat{Q}&#10;\\&#10;&amp; =&#10;\left(\frac{\hbar^{2}}{2m_{0}a_{0}^{2}}\right)^{\kappa_{1}+\kappa_{2}}&#10;\int_{\mathcal{S}} \mathrm{d}\Omega\,&#10;\hat{\eta}^{d-2\kappa_{1}-2\kappa_{2}}&#10;\left(\sqrt{\frac{\hat{\eta}}{\eta_{1}}}\right)^{\mathfrak{L}_{1}+4\kappa_{1}}&#10;\left(\sqrt{\frac{\hat{\eta}}{\eta_{2}}}\right)^{\mathfrak{L}_{2}+4\kappa_{2}}&#10;\left(\sqrt{\vartheta_{1}}\right)^{\mathfrak{L}_{1}}&#10;\left(\sqrt{\vartheta_{2}}\right)^{\mathfrak{L}_{2}}&#10;\hat{\Sigma}&#10;\hat{Q}&#10;\end{align*}&#10;&#10;\end{document}"/>
  <p:tag name="IGUANATEXSIZE" val="16"/>
  <p:tag name="IGUANATEXCURSOR" val="1260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2.591"/>
  <p:tag name="ORIGINALWIDTH" val="5862.017"/>
  <p:tag name="OUTPUTTYPE" val="PNG"/>
  <p:tag name="IGUANATEXVERSION" val="159"/>
  <p:tag name="LATEXADDIN" val="\documentclass{article}&#10;\usepackage{amsmath,bm,eufrak}&#10;\pagestyle{empty}&#10;\begin{document}&#10;&#10;\begin{align*}&#10;\hat{\Sigma}&#10;&amp; = &#10;\sum_{s_{1}=-\kappa_{1}}^{+\kappa_{1}}&#10;\sum_{s_{2}=-\kappa_{2}}^{+\kappa_{2}}&#10;\mathfrak{H}^{(\kappa)_{1}}_{\left(\lambda;lm,s\right)_{1}}&#10;\mathfrak{H}^{(\kappa)_{2}}_{\left(\lambda;lm,s\right)_{2}}&#10;\frac&#10;{\hat{\mathcal{P}}_{\left(s\right)_{12}}}&#10;{\hat{\psi}_{1}^{2W\delta_{s_{1}\bar{1}}}\hat{\psi}_{2}^{2W\delta_{s_{2}\bar{1}}}}&#10;\sum_{i}&#10;\mathfrak{U}_{i}&#10;\mathcal{U}_{i\left\{\chi,\phi\right\}}&#10;\mathcal{J}_{\left(s\right)_{12}\left\{\tilde{\alpha}_{i\left\{\chi,\phi\right\}},\beta_{i\left\{\chi,\phi\right\}}\right\}}&#10;\\&#10;\mathcal{J}_{\left(s\right)_{12}\left\{\tilde{\alpha},\beta\right\}}&#10;&amp; = &#10;\sum_{v_{1}=-2\kappa_{1}}^{\kappa_{1}+\delta_{s_{1}\bar{1}}}&#10;\sum_{v_{2}=-2\kappa_{2}}^{\kappa_{2}+\delta_{s_{2}\bar{1}}}&#10;\left(\frac{W}{2}\right)^{d}&#10;h^{(\kappa_{1})}_{\left(lk,sv\right)_{1}}&#10;h^{(\kappa_{2})}_{\left(lk,sv\right)_{2}}&#10;\mathcal{J}_{\left(sv\right)_{12}}&#10;\\&#10;\mathcal{J}_{\left(sv\right)_{12}}&#10;&amp; =&#10;\int_{0}^{\infty}&#10;\mathrm{d}r\,&#10;\left(&#10;\frac{2}{a_{0}\hat{\eta}}&#10;\rho^{1-\frac{1}{W}}&#10;\rho^{\alpha_{12}-\delta_{s_{1}\bar{1}}-\delta_{s_{2}\bar{1}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\end{align*}&#10;&#10;\end{document}"/>
  <p:tag name="IGUANATEXSIZE" val="16"/>
  <p:tag name="IGUANATEXCURSOR" val="105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5.369"/>
  <p:tag name="ORIGINALWIDTH" val="5850.019"/>
  <p:tag name="OUTPUTTYPE" val="PNG"/>
  <p:tag name="IGUANATEXVERSION" val="159"/>
  <p:tag name="LATEXADDIN" val="\documentclass{article}&#10;\usepackage{amsmath,bm,eufrak}&#10;\pagestyle{empty}&#10;\begin{document}&#10;&#10;\begin{align*}&#10;\mathcal{J}_{\left(sv\right)_{12}}&#10;&amp; =&#10;\int_{0}^{\infty}&#10;\mathrm{d}r\,&#10;\left(&#10;\frac{2}{a_{0}\hat{\eta}}&#10;\rho^{1-\frac{1}{W}}&#10;\rho^{\alpha_{12}-\delta_{s_{1},-1}-\delta_{s_{2},-1}}&#10;\mathrm{e}^{-\rho}&#10;\mathrm{e}^{-\tilde{\alpha}\frac{r}{a_{0}}}&#10;\mathrm{e}^{-\beta\left(\frac{r}{a_{0}}\right)^{2}}&#10;\hat{L}_{\left(k_{1}+v_{1}\right)\left\{\rho \hat{\psi}_{1}^{2W}\right\}}^{(\mathfrak{l}_{1}+\kappa_{1}-\delta_{s_{1}\bar{1}})}&#10;\hat{L}_{\left(k_{2}+v_{2}\right)\left\{\rho \hat{\psi}_{2}^{2W}\right\}}^{(\mathfrak{l}_{2}+\kappa_{2}-\delta_{s_{2}\bar{1}})}&#10;\right|_{\rho\rightarrow\left(\frac{2r}{Wa_{0}\hat{\eta}}\right)^{W}}&#10;\\&#10;&amp; =&#10;\int_{0}^{\infty} \mathrm{d}\rho\,&#10;\rho^{\frac{\mathfrak{L}_{12}}{W}-1-\delta_{s_{1}\bar{1}}-\delta_{s_{2}\bar{1}}}&#10;\mathrm{e}^{-\rho}&#10;\mathrm{e}^{-\tilde{\alpha}\left(\frac{W\hat{\eta}}{2}\right)\rho^{\frac{1}{W}}}&#10;\mathrm{e}^{-\beta\left(\frac{W\hat{\eta}}{2}\right)^{2}\rho^{\frac{2}{W}}}&#10;\hat{L}_{\left(k_{1}+v_{1}\right)\left\{\rho \hat{\psi}_{1}^{2W}\right\}}^{(\mathfrak{l}_{1}+\kappa_{1}-\delta_{s_{1}\bar{1}})}&#10;\hat{L}_{\left(k_{2}+v_{2}\right)\left\{\rho \hat{\psi}_{2}^{2W}\right\}}^{(\mathfrak{l}_{2}+\kappa_{2}-\delta_{s_{2}\bar{1}})}&#10;\\&#10;&amp; =&#10;\int_{0}^{\infty} \mathrm{d}\rho\,&#10;\rho^{\frac{\mathfrak{L}_{12}}{W}-1-\delta_{s_{1}\bar{1}}-\delta_{s_{2}\bar{1}}}&#10;\mathrm{e}^{-\left(1+\mathcal{A}\right)\rho}&#10;\mathrm{e}^{-\mathcal{B}\rho^{\frac{2}{W^{2}}}}&#10;\hat{L}_{\left(k_{1}+v_{1}\right)\left\{\left(1+\hat{\Delta}\right)\rho\right\}}^{(\mathfrak{l}_{1}+\kappa_{1}-\delta_{s_{1}\bar{1}})}&#10;\hat{L}_{\left(k_{2}+v_{2}\right)\left\{\left(1-\hat{\Delta}\right)\rho\right\}}^{(\mathfrak{l}_{2}+\kappa_{2}-\delta_{s_{2}\bar{1}})}&#10;\\&#10;\end{align*}&#10;&#10;\end{document}"/>
  <p:tag name="IGUANATEXSIZE" val="16"/>
  <p:tag name="IGUANATEXCURSOR" val="1785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249.344"/>
  <p:tag name="OUTPUTTYPE" val="PNG"/>
  <p:tag name="IGUANATEXVERSION" val="159"/>
  <p:tag name="LATEXADDIN" val="\documentclass{article}&#10;\usepackage{amsmath,bm,eufrak}&#10;\pagestyle{empty}&#10;\begin{document}&#10;&#10;\begin{align*}&#10;\mathcal{A}&#10;&amp; =&#10;\delta_{W,1}\frac{\tilde{\alpha}}{2}\hat{\eta}&#10;+&#10;\delta_{W,2}\beta\hat{\eta}^{2}&#10;\\&#10;\mathcal{B}&#10;&amp; =&#10;\delta_{W,1}\frac{\beta}{4}\hat{\eta}^{2}&#10;+&#10;\delta_{W,2}\tilde{\alpha}\hat{\eta}&#10;\end{align*}&#10;&#10;\end{document}"/>
  <p:tag name="IGUANATEXSIZE" val="16"/>
  <p:tag name="IGUANATEXCURSOR" val="22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.718"/>
  <p:tag name="ORIGINALWIDTH" val="959.1301"/>
  <p:tag name="OUTPUTTYPE" val="PNG"/>
  <p:tag name="IGUANATEXVERSION" val="159"/>
  <p:tag name="LATEXADDIN" val="\documentclass{article}&#10;\usepackage{amsmath,bm,eufrak}&#10;\pagestyle{empty}&#10;\begin{document}&#10;&#10;\begin{align*}&#10;\mathrm{d}r&#10;=&#10;\frac{a_{0}\hat{\eta}}{2}\rho^{\frac{1}{W}-1}&#10;\mathrm{d}\rho&#10;\end{align*}&#10;&#10;\end{document}"/>
  <p:tag name="IGUANATEXSIZE" val="16"/>
  <p:tag name="IGUANATEXCURSOR" val="14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7.9453"/>
  <p:tag name="ORIGINALWIDTH" val="1920.51"/>
  <p:tag name="OUTPUTTYPE" val="PNG"/>
  <p:tag name="IGUANATEXVERSION" val="159"/>
  <p:tag name="LATEXADDIN" val="\documentclass{article}&#10;\usepackage{amsmath,bm,eufrak}&#10;\pagestyle{empty}&#10;\begin{document}&#10;&#10;\begin{align*}&#10;1+\hat{\Delta}&#10;=&#10;\hat{\psi}_{1}^{2W}&#10;\quad&amp;\quad&#10;1-\hat{\Delta}&#10;=&#10;\hat{\psi}_{2}^{2W}&#10;\\&#10;\rho_{1}&#10;=&#10;\left(1+\hat{\Delta}\right)\rho&#10;\quad&#10;&amp;&#10;\quad&#10;\rho_{2}&#10;=&#10;\left(1-\hat{\Delta}\right)\rho&#10;\\&#10;\end{align*}&#10;&#10;\end{document}"/>
  <p:tag name="IGUANATEXSIZE" val="16"/>
  <p:tag name="IGUANATEXCURSOR" val="182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605.1743"/>
  <p:tag name="OUTPUTTYPE" val="PNG"/>
  <p:tag name="IGUANATEXVERSION" val="159"/>
  <p:tag name="LATEXADDIN" val="\documentclass{article}&#10;\usepackage{amsmath}&#10;\pagestyle{empty}&#10;\begin{document}&#10;&#10;\begin{equation*}&#10;\hat{\Delta} = \frac{\hat{\epsilon}+\delta}{1+\hat{\epsilon}\delta}&#10;\end{equation*}&#10;&#10;&#10;&#10;\end{document}"/>
  <p:tag name="IGUANATEXSIZE" val="16"/>
  <p:tag name="IGUANATEXCURSOR" val="111"/>
  <p:tag name="TRANSPARENCY" val="True"/>
  <p:tag name="FILENAME" val=""/>
  <p:tag name="LATEXENGINEID" val="0"/>
  <p:tag name="TEMPFOLDER" val="C:\iguanatex\"/>
  <p:tag name="LATEXFORMHEIGHT" val="582.75"/>
  <p:tag name="LATEXFORMWIDTH" val="930.7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61.042"/>
  <p:tag name="ORIGINALWIDTH" val="5693.288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_{\left(mlk\xi\Omega\right)_{12}}&#10;&amp; =&#10;\left(\frac{\hbar^{2}}{2m_{0}a_{0}^{2}}\right)^{\kappa_{1}+\kappa_{2}}&#10;\int_{\mathcal{S}} \mathrm{d}\Omega\,&#10;\hat{\eta}^{d-2\kappa_{1}-2\kappa_{2}}&#10;\left(\sqrt{\frac{\hat{\eta}}{\eta_{1}}}\right)^{\mathfrak{L}_{1}+4\kappa_{1}}&#10;\left(\sqrt{\frac{\hat{\eta}}{\eta_{2}}}\right)^{\mathfrak{L}_{2}+4\kappa_{2}}&#10;\left(\sqrt{\vartheta_{1}}\right)^{\mathfrak{L}_{1}}&#10;\left(\sqrt{\vartheta_{2}}\right)^{\mathfrak{L}_{2}}&#10;\hat{\Sigma}&#10;\hat{Q}&#10;\\&#10;&amp; =&#10;\mathfrak{C}_{0}&#10;\int_{\mathcal{S}} \mathrm{d}\Omega\,&#10;\hat{\mathcal{V}}&#10;\hat{\Sigma}&#10;\hat{Q}&#10;\\&#10;\mathfrak{C}_{0}&#10;&amp; =&#10;\eta^{d-2\kappa_{1}-2\kappa_{2}}&#10;\left(\sqrt{\frac{\eta}{\eta_{1}}}\right)^{\mathfrak{L}_{1}+4\kappa_{1}}&#10;\left(\sqrt{\frac{\eta}{\eta_{2}}}\right)^{\mathfrak{L}_{2}+4\kappa_{2}}&#10;\left(\frac{\hbar^{2}}{2m_{0}a_{0}^{2}}\right)^{\kappa_{1}+\kappa_{2}}&#10;\\&#10;\hat{\mathcal{V}}&#10;&amp; =&#10;\frac&#10;{\left(\sqrt{\vartheta_{1}}\right)^{\mathfrak{L}_{1}}\left(\sqrt{\vartheta_{2}}\right)^{\mathfrak{L}_{2}}}&#10;{\left(\hat{\vartheta}\hat{\Xi}\right)^{\mathfrak{L}_{12}}}&#10;\end{align*}&#10;&#10;\end{document}"/>
  <p:tag name="IGUANATEXSIZE" val="18"/>
  <p:tag name="IGUANATEXCURSOR" val="16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1.6573"/>
  <p:tag name="ORIGINALWIDTH" val="5523.06"/>
  <p:tag name="OUTPUTTYPE" val="PNG"/>
  <p:tag name="IGUANATEXVERSION" val="159"/>
  <p:tag name="LATEXADDIN" val="\documentclass{article}&#10;\usepackage{amsmath,bm,eufrak}&#10;\pagestyle{empty}&#10;\begin{document}&#10;&#10;\begin{align*}&#10;\mathcal{J}_{\left(st\right)_{12}}&#10;&amp; =&#10;\int_{0}^{\infty} \mathrm{d}\rho\,&#10;\rho^{\frac{\mathfrak{L}_{12}}{W}-1-\delta_{s_{1}\bar{1}}-\delta_{s_{2}\bar{1}}}&#10;\mathrm{e}^{-\left(1+\mathcal{A}\right)\rho}&#10;\mathrm{e}^{-\mathcal{B}\rho^{\frac{2}{W^{2}}}}&#10;\hat{L}_{k_{1}+t_{1}\left\{\left(1+\hat{\Delta}\right)\rho\right\}}^{(\mathfrak{l}_{1}+\kappa_{1}-\delta_{s_{1}\bar{1}})}&#10;\hat{L}_{k_{2}+t_{2}\left\{\left(1-\hat{\Delta}\right)\rho\right\}}^{(\mathfrak{l}_{2}+\kappa_{2}-\delta_{s_{2}\bar{1}})}&#10;\\&#10;&amp; =&#10;\frac{1}{\left(1+\mathcal{A}\right)^{\frac{\mathfrak{L}_{12}}{W}-\delta_{s_{1}\bar{1}}-\delta_{s_{2}\bar{1}}}}&#10;\sum_{u_{1}=0}^{k_{1}+t_{1}}&#10;\sum_{u_{2}=0}^{k_{2}+t_{2}}&#10;\sum_{v_{1}=u_{1}}^{k_{1}+t_{1}}&#10;\sum_{v_{2}=u_{2}}^{k_{2}+t_{2}}&#10;(-1)^{v_{1}+v_{2}}&#10;\mathfrak{F}_{\left(stuv\right)_{12}}&#10;\hat{x}_{+}^{u_{1}}\hat{x}_{-}^{u_{2}}&#10;\mathcal{F}_{W\left(\frac{\mathfrak{L}_{12}}{W}-\delta_{s_{1}\bar{1}}-\delta_{s_{2}\bar{1}}+v_{1}+v_{2}\right)}^{(W)}&#10;\\&#10;\end{align*}&#10;&#10;\end{document}"/>
  <p:tag name="IGUANATEXSIZE" val="16"/>
  <p:tag name="IGUANATEXCURSOR" val="594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7.7128"/>
  <p:tag name="ORIGINALWIDTH" val="4843.645"/>
  <p:tag name="OUTPUTTYPE" val="PNG"/>
  <p:tag name="IGUANATEXVERSION" val="159"/>
  <p:tag name="LATEXADDIN" val="\documentclass{article}&#10;\usepackage{amsmath,bm,eufrak}&#10;\pagestyle{empty}&#10;\begin{document}&#10;&#10;\begin{align*}&#10;\hat{x}_{+}&#10;=&#10;\frac{-\mathcal{A}+\hat{\Delta}}{1+\mathcal{A}}&#10;\quad\quad&#10;\hat{x}_{-}&#10;=&#10;\frac{-\mathcal{A}-\hat{\Delta}}{1+\mathcal{A}}&#10;\quad\quad&#10;\mathcal{A}&#10;=&#10;\delta_{W,1}\frac{\tilde{\alpha}}{2}\hat{\eta}&#10;+&#10;\delta_{W,2}\beta\hat{\eta}^{2}&#10;\quad\quad&#10;\mathcal{B}&#10;&amp; =&#10;\delta_{W,1}\frac{\beta}{4}\hat{\eta}^{2}&#10;+&#10;\delta_{W,2}\tilde{\alpha}\hat{\eta}&#10;\\&#10;\end{align*}&#10;&#10;\end{document}"/>
  <p:tag name="IGUANATEXSIZE" val="14"/>
  <p:tag name="IGUANATEXCURSOR" val="45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4.9081"/>
  <p:tag name="ORIGINALWIDTH" val="3725.534"/>
  <p:tag name="OUTPUTTYPE" val="PNG"/>
  <p:tag name="IGUANATEXVERSION" val="159"/>
  <p:tag name="LATEXADDIN" val="\documentclass{article}&#10;\usepackage{amsmath,bm,eufrak}&#10;\pagestyle{empty}&#10;\begin{document}&#10;&#10;&#10;\begin{align*}&#10;\mathcal{F}_{L}^{(1)}&#10;&amp; =&#10;\frac{\sqrt{\pi}}{\Gamma\left[\frac{L+1}{2}\right]}&#10;\left(\mathcal{Z}^{(1)}\right)^{L}&#10;h_{L\left\{\mathcal{Z}^{(1)}\right\}}&#10;&amp;&#10;\mathcal{Z}^{(1)}&#10;&amp;\equiv&#10;\frac{1+\mathcal{A}}{\sqrt{4\mathcal{B}}}&#10;=&#10;\frac&#10;{1+\frac{\tilde{\alpha}\hat{\eta}}{2}}&#10;{\sqrt{\beta\hat{\eta}^{2}}}&#10;\\&#10;\mathcal{F}_{L}^{(2)}&#10;&amp; =&#10;h_{L\left\{\mathcal{Z}^{(2)}\right\}}&#10;&amp;&#10;\mathcal{Z}^{(2)}&#10;&amp;\equiv&#10;\frac{\frac{1}{2}\mathcal{B}}{\sqrt{1+\mathcal{A}}}&#10;=&#10;\frac{\tilde{\alpha}\hat{\eta}}&#10;{2\sqrt{1+\beta\hat{\eta}^{2}}}&#10;\\&#10;\end{align*}&#10;&#10;\end{document}"/>
  <p:tag name="IGUANATEXSIZE" val="14"/>
  <p:tag name="IGUANATEXCURSOR" val="550"/>
  <p:tag name="TRANSPARENCY" val="False"/>
  <p:tag name="FILENAME" val=""/>
  <p:tag name="LATEXENGINEID" val="0"/>
  <p:tag name="TEMPFOLDER" val="C:\iguanatex\"/>
  <p:tag name="LATEXFORMHEIGHT" val="635.25"/>
  <p:tag name="LATEXFORMWIDTH" val="1141.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2096"/>
  <p:tag name="ORIGINALWIDTH" val="6576.678"/>
  <p:tag name="OUTPUTTYPE" val="PNG"/>
  <p:tag name="IGUANATEXVERSION" val="159"/>
  <p:tag name="LATEXADDIN" val="\documentclass{article}&#10;\usepackage{amsmath,bm,eufrak}&#10;\pagestyle{empty}&#10;\begin{document}&#10;&#10;\begin{align*}&#10;\mathfrak{F}_{\left(stuv\right)_{12}}&#10;&amp; =&#10;\frac&#10;{&#10;\sqrt{(k_{1}+t_{1})!(k_{2}+t_{2})!(k_{1}+t_{1}+\mathfrak{l}_{1}+\kappa_{1}-\delta_{s_{1},-1})!(k_{2}+t_{2}+\mathfrak{l}_{2}+\kappa_{2}-\delta_{s_{2},-1})!}&#10;\left(\frac{\mathfrak{L}_{12}}{W}-1-\delta_{s_{1}\bar{1}}-\delta_{s_{2}\bar{1}}+v_{1}+v_{2}\right)!&#10;}&#10;{&#10;(k_{1}+t_{1}-v_{1})!(k_{2}+t_{2}-v_{2})!&#10;(\mathfrak{l}_{1}+\kappa_{1}-\delta_{s_{1},-1}+v_{1})!(\mathfrak{l}_{2}+\kappa_{2}-\delta_{s_{2},-1}+v_{2})!&#10;u_{1}!u_{2}!(v_{1}-u_{1})!(v_{2}-u_{2})!&#10;}&#10;\\&#10;\end{align*}&#10;\end{document}"/>
  <p:tag name="IGUANATEXSIZE" val="14"/>
  <p:tag name="IGUANATEXCURSOR" val="457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89.1639"/>
  <p:tag name="ORIGINALWIDTH" val="4797.9"/>
  <p:tag name="OUTPUTTYPE" val="PNG"/>
  <p:tag name="IGUANATEXVERSION" val="159"/>
  <p:tag name="LATEXADDIN" val="\documentclass{article}&#10;\usepackage{amsmath,bm,eufrak}&#10;\pagestyle{empty}&#10;\begin{document}&#10;&#10;\begin{align*}&#10;\mathcal{J}_{\left(st\right)_{12}}&#10;&amp; =&#10;\sum_{u_{1}=0}^{k_{1}+t_{1}}&#10;\sum_{u_{2}=0}^{k_{2}+t_{2}}&#10;\sum_{v_{1}=u_{1}}^{k_{1}+t_{1}}&#10;\sum_{v_{2}=u_{2}}^{k_{2}+t_{2}}&#10;(-1)^{u_{1}+u_{2}+v_{1}+v_{2}}&#10;\mathfrak{F}_{\left(stuv\right)_{12}}&#10;\mathcal{G}_{\left(\mathfrak{L}_{12}-W\left(\delta_{s_{1}\bar{1}}+\delta_{s_{2}\bar{1}}\right)\right);\left(u\right)_{12}\left(v_{1}+v_{2}\right)}&#10;\\&#10;\mathcal{G}_{L;\left(u\right)_{12}w}&#10;&amp; = &#10;\left(1-\hat{z}(1+\hat{\Delta})\right)^{u_{1}}\left(1-\hat{z}(1-\hat{\Delta})\right)^{u_{2}}&#10;\hat{z}^{\frac{L}{W}}&#10;\mathcal{F}_{\left(L+Ww\right)\left\{\hat{\mathcal{Z}}\right\}}^{(W)}&#10;\\&#10;\end{align*}&#10;&#10;\end{document}"/>
  <p:tag name="IGUANATEXSIZE" val="16"/>
  <p:tag name="IGUANATEXCURSOR" val="665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4.9081"/>
  <p:tag name="ORIGINALWIDTH" val="3224.597"/>
  <p:tag name="OUTPUTTYPE" val="PNG"/>
  <p:tag name="IGUANATEXVERSION" val="159"/>
  <p:tag name="LATEXADDIN" val="\documentclass{article}&#10;\usepackage{amsmath,bm,eufrak}&#10;\pagestyle{empty}&#10;\begin{document}&#10;&#10;\begin{align*}&#10;\hat{z}&#10;&amp; \equiv&#10;\frac{1}{1+\mathcal{A}}&#10;=&#10;\frac{1}{1+\delta_{W,1}\frac{\tilde{\alpha}\hat{\eta}}{2}+\delta_{W,2}\beta\hat{\eta}^{2}}&#10;\\&#10;\hat{\mathcal{Z}}&#10;&amp; \equiv&#10;\delta_{W,1}\left(\frac{1+\frac{\tilde{\alpha}\hat{\eta}}{2}}{\sqrt{\beta\hat{\eta}^{2}}}\right)&#10;+\delta_{W,2}\left(\frac{\tilde{\alpha}\hat{\eta}}{2\sqrt{1+\beta\hat{\eta}^{2}}}\right)&#10;=&#10;\frac&#10;{\delta_{W,1}+\frac{\tilde{\alpha}\hat{\eta}}{2}}&#10;{\sqrt{\delta_{W,2}+\beta\hat{\eta}^{2}}}&#10;\\&#10;\end{align*}&#10;&#10;\end{document}"/>
  <p:tag name="IGUANATEXSIZE" val="14"/>
  <p:tag name="IGUANATEXCURSOR" val="123"/>
  <p:tag name="TRANSPARENCY" val="True"/>
  <p:tag name="FILENAME" val=""/>
  <p:tag name="LATEXENGINEID" val="0"/>
  <p:tag name="TEMPFOLDER" val="C:\iguanatex\"/>
  <p:tag name="LATEXFORMHEIGHT" val="548.25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9.1751"/>
  <p:tag name="ORIGINALWIDTH" val="1641.545"/>
  <p:tag name="OUTPUTTYPE" val="PNG"/>
  <p:tag name="IGUANATEXVERSION" val="159"/>
  <p:tag name="LATEXADDIN" val="\documentclass{article}&#10;\usepackage{amsmath,bm,eufrak}&#10;\pagestyle{empty}&#10;\begin{document}&#10;&#10;\begin{align*}&#10;\mathcal{F}_{M\left\{\hat{\mathcal{Z}}\right\}}^{(1)}&#10;&amp; =&#10;\frac{\sqrt{\pi}}{\Gamma\left[\frac{M+1}{2}\right]}&#10;\hat{\mathcal{Z}}^{M}&#10;h_{M\left\{\hat{\mathcal{Z}}\right\}}&#10;\\&#10;\mathcal{F}_{M\left\{\hat{\mathcal{Z}}\right\}}^{(2)}&#10;&amp; =&#10;h_{M\left\{\hat{\mathcal{Z}}\right\}}&#10;\\&#10;\end{align*}&#10;&#10;\end{document}"/>
  <p:tag name="IGUANATEXSIZE" val="14"/>
  <p:tag name="IGUANATEXCURSOR" val="341"/>
  <p:tag name="TRANSPARENCY" val="True"/>
  <p:tag name="FILENAME" val=""/>
  <p:tag name="LATEXENGINEID" val="0"/>
  <p:tag name="TEMPFOLDER" val="C:\iguanatex\"/>
  <p:tag name="LATEXFORMHEIGHT" val="635.25"/>
  <p:tag name="LATEXFORMWIDTH" val="1141.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00.525"/>
  <p:tag name="ORIGINALWIDTH" val="5824.521"/>
  <p:tag name="OUTPUTTYPE" val="PNG"/>
  <p:tag name="IGUANATEXVERSION" val="159"/>
  <p:tag name="LATEXADDIN" val="\documentclass{article}&#10;\usepackage{amsmath,bm,eufrak}&#10;\pagestyle{empty}&#10;\begin{document}&#10;&#10;\begin{align*}&#10;\mathcal{J}_{\left(s\right)_{12}}&#10;&amp; =&#10;\sum_{t_{1}=-2\kappa_{1}}^{\kappa_{1}+\delta_{s_{1}\bar{1}}}&#10;\sum_{t_{2}=-2\kappa_{2}}^{\kappa_{2}+\delta_{s_{2}\bar{1}}}&#10;\left(\frac{W}{2}\right)^{d}&#10;h^{(\kappa_{1})}_{\left(lk,st\right)_{1}}&#10;h^{(\kappa_{2})}_{\left(lk,st\right)_{2}}&#10;\mathcal{J}_{\left(st\right)_{12}}&#10;\\&#10;&amp; =&#10;\sum_{u_{1}=0}^{\mathcal{K}_{1}}&#10;\sum_{u_{2}=0}^{\mathcal{K}_{2}}&#10;\sum_{w=u_{1}+u_{2}}^{\mathcal{K}_{1}+\mathcal{K}_{2}}&#10;(-1)^{u_{1}+u_{2}+w}&#10;\left(\frac{W}{2}\right)^{d}&#10;\Gamma\left[\frac{\mathfrak{L}_{12}}{W}-\delta_{s_{1}\bar{1}}-\delta_{s_{2}\bar{1}}+w\right]&#10;\mathcal{C}_{\left(su\right)_{12}w}&#10;\mathcal{G}_{\mathcal{L}_{12}-W\left(\delta_{s_{1}\bar{1}}+\delta_{s_{2}\bar{1}}\right);\left(u\right)_{12}w}&#10;\\&#10;\mathcal{C}_{\left(su\right)_{12}w}&#10;&amp; = &#10;\frac{1}{u_{1}!u_{2}!}&#10;\sum_{v_{1}=u_{1}}^{\mathcal{K}_{1}}&#10;\sum_{v_{2}=u_{2}}^{\mathcal{K}_{2}}&#10;\frac&#10;{&#10;\delta_{w,v_{1}+v_{2}}&#10;g_{\left(sv\right)_{1}}^{(\kappa_{1})}&#10;g_{\left(sv\right)_{2}}^{(\kappa_{2})}&#10;}&#10;{(\mathfrak{l}_{1}+\kappa_{1}-\delta_{s_{1}\bar{1}}+v_{1})!(\mathfrak{l}_{2}+\kappa_{2}-\delta_{s_{2}\bar{1}}+v_{2})!(v_{1}-u_{1})!(v_{2}-u_{2})!}&#10;\\&#10;g_{sv}^{(\kappa)}&#10;&amp; =&#10;\sum_{t=\text{Max}\left\{v,k-2\kappa\right\}}^{k+\kappa+\delta_{s\bar{1}}}&#10;\frac&#10;{&#10;h_{lk,s\left(t-k\right)}^{(\kappa)}&#10;\sqrt{t!(t+\mathfrak{l}+\kappa-\delta_{s\bar{1}})!}&#10;}&#10;{(t-v)!}&#10;\end{align*}&#10;&#10;\end{document}"/>
  <p:tag name="IGUANATEXSIZE" val="16"/>
  <p:tag name="IGUANATEXCURSOR" val="113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32.208"/>
  <p:tag name="ORIGINALWIDTH" val="5442.819"/>
  <p:tag name="OUTPUTTYPE" val="PNG"/>
  <p:tag name="IGUANATEXVERSION" val="159"/>
  <p:tag name="LATEXADDIN" val="\documentclass{article}&#10;\usepackage{amsmath,bm,eufrak}&#10;\pagestyle{empty}&#10;\begin{document}&#10;&#10;\begin{align*}&#10;g_{sv}^{(\kappa)}&#10;&amp; =&#10;\sum_{t=\text{Max}\left\{v,k-2\kappa\right\}}^{k+\kappa+\delta_{s,-1}}&#10;\frac&#10;{&#10;h_{lk,s\left(t-k\right)}^{(\kappa)}\sqrt{t!(t+\mathfrak{l}+\kappa-\delta_{s\bar{1}})!}&#10;}&#10;{(t-v)!}&#10;\\&#10;&amp; = &#10;\sum_{t=0}^{T}&#10;\frac&#10;{&#10;h_{lk,s\left(\kappa+\delta_{s\bar{1}}-t\right)}^{(\kappa)}&#10;\sqrt{(k+\kappa+\delta_{s\bar{1}}-t)!(\mathfrak{l}+k+2\kappa-t)!}&#10;}&#10;{(k+\kappa+\delta_{s\bar{1}}-v-t)!}&#10;\\&#10;T&#10;&amp; =&#10;\text{Min}\left\{k+\kappa+\delta_{s\bar{1}}-v,3\kappa+\delta_{s\bar{1}}\right\}&#10;\\&#10;&amp; = &#10;\frac{\sqrt{k!(\mathfrak{l}+k)!}}{\left(k+\kappa+\delta_{s\bar{1}}-v\right)!}&#10;\sum_{t=0}^{T}&#10;h_{lk,s\left(\kappa+\delta_{s\bar{1}}-t\right)}^{(\kappa)}&#10;\frac{\left(k+\kappa+\delta_{s\bar{1}}-v\right)!}{\left(k+\kappa+\delta_{s\bar{1}}-v-t\right)!}&#10;\sqrt{&#10;\frac&#10;{(k+\kappa+\delta_{s\bar{1}}-t)!}&#10;{k!}&#10;\frac&#10;{(\mathfrak{l}+k+2\kappa-t)!}&#10;{(\mathfrak{l}+k)!}&#10;}&#10;\\&#10;&amp; = &#10;\frac{\sqrt{k!(\mathfrak{l}+k)!}}{\left(k+\kappa+\delta_{s\bar{1}}-v\right)!}&#10;\left(1 + \kappa\left(\mathcal{G}_{s\left(k+\kappa+\delta_{s\bar{1}}-v\right)}-1\right)\right)&#10;\\&#10;\mathcal{G}_{sx}&#10;&amp; = &#10;\sum_{t=0}^{\text{Min}\left\{x,3+\delta_{s\bar{1}}\right\}}&#10;g_{lk,s\left(1+\delta_{s\bar{1}}-t\right)}&#10;\frac{x!}{\left(x-t\right)!}&#10;\sqrt{&#10;\frac&#10;{(k+1+\delta_{s\bar{1}}-t)!}&#10;{k!}&#10;\frac&#10;{(\mathfrak{l}+k+2-t)!}&#10;{(\mathfrak{l}+k)!}&#10;}&#10;\\&#10;\end{align*}&#10;&#10;\end{document}"/>
  <p:tag name="IGUANATEXSIZE" val="14"/>
  <p:tag name="IGUANATEXCURSOR" val="1251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0.101"/>
  <p:tag name="ORIGINALWIDTH" val="8469.441"/>
  <p:tag name="OUTPUTTYPE" val="PNG"/>
  <p:tag name="IGUANATEXVERSION" val="159"/>
  <p:tag name="LATEXADDIN" val="\documentclass{article}&#10;\usepackage{amsmath,bm,eufrak}&#10;\pagestyle{empty}&#10;\begin{document}&#10;&#10;\begin{align*}&#10;\mathcal{C}_{\left(su\right)_{12}w}&#10;&amp; = &#10;\frac{1}{u_{1}!u_{2}!}&#10;\sum_{v_{1}=u_{1}}^{\mathcal{K}_{1}}&#10;\sum_{v_{2}=u_{2}}^{\mathcal{K}_{2}}&#10;\frac&#10;{&#10;\delta_{w,v_{1}+v_{2}}&#10;g_{\left(sv\right)_{1}}^{(\kappa_{1})}&#10;g_{\left(sv\right)_{2}}^{(\kappa_{2})}&#10;}&#10;{(\mathfrak{l}_{1}+\kappa_{1}-\delta_{s_{1}\bar{1}}+v_{1})!(\mathfrak{l}_{2}+\kappa_{2}-\delta_{s_{2}\bar{1}}+v_{2})!(v_{1}-u_{1})!(v_{2}-u_{2})!}&#10;\\&#10;&amp; = &#10;\frac{k_{1}!}{\mathcal{K}_{1}!}&#10;\frac{k_{2}!}{\mathcal{K}_{2}!}&#10;\sum_{w_{1}=0}^{\mathcal{K}_{1}-u_{1}}&#10;\sum_{w_{2}=0}^{\mathcal{K}_{2}-u_{2}}&#10;\delta_{w,\mathcal{K}_{1}+\mathcal{K}_{2}-w_{1}-w_{2}}&#10;\frac&#10;{\mathcal{K}_{1}!\sqrt{(\mathfrak{l}_{1}+k_{1})!}\left(1 + \kappa_{1}\left(\mathcal{G}_{\left(sw\right)_{1}}-1\right)\right)}&#10;{\sqrt{k_{1}!}u_{1}!(\mathfrak{l}_{1}+\kappa_{1}-\delta_{s_{1}\bar{1}}+\mathcal{K}_{1}-w_{1})!(\mathcal{K}_{1}-w_{1}-u_{1})!w_{1}!}&#10;\frac&#10;{\mathcal{K}_{2}!\sqrt{(\mathfrak{l}_{2}+k_{2})!}\left(1 + \kappa_{2}\left(\mathcal{G}_{\left(sw\right)_{2}}-1\right)\right)}&#10;{\sqrt{k_{2}!}u_{2}!(\mathfrak{l}_{2}+\kappa_{2}-\delta_{s_{2}\bar{1}}+\mathcal{K}_{2}-w_{2})!(\mathcal{K}_{2}-w_{2}-u_{2})!w_{2}!}&#10;\\&#10;&amp; = &#10;\frac{k_{1}!}{\mathcal{K}_{1}!}&#10;\frac{k_{2}!}{\mathcal{K}_{2}!}&#10;\mathcal{H}_{\left(s\left(\mathcal{K}-u\right)\right)_{12}\left(\mathcal{K}_{1}+\mathcal{K}_{2}-w\right)}&#10;\\&#10;\end{align*}&#10;&#10;\end{document}"/>
  <p:tag name="IGUANATEXSIZE" val="12"/>
  <p:tag name="IGUANATEXCURSOR" val="1412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78.253"/>
  <p:tag name="ORIGINALWIDTH" val="7192.351"/>
  <p:tag name="OUTPUTTYPE" val="PNG"/>
  <p:tag name="IGUANATEXVERSION" val="159"/>
  <p:tag name="LATEXADDIN" val="\documentclass{article}&#10;\usepackage{amsmath,bm,eufrak}&#10;\pagestyle{empty}&#10;\begin{document}&#10;&#10;\begin{align*}&#10;\mathcal{H}_{\left(s\mathcal{U}\right)_{12}\mathcal{W}}&#10;&amp; = &#10;\sum_{w_{1}=0}^{\mathcal{U}_{1}}&#10;\sum_{w_{2}=0}^{\mathcal{U}_{2}}&#10;\delta_{w_{1}+w_{2},\mathcal{W}}&#10;\mathcal{H}_{\left(s\mathcal{U}w\right)_{1}}&#10;\mathcal{H}_{\left(s\mathcal{U}w\right)_{2}}&#10;\\&#10;&amp; = &#10;\sum_{x=\text{Max}\left\{0,\mathcal{W}-\mathcal{U}_{2}\right\}}^{\text{Min}\left\{\mathcal{U}_{1},\mathcal{W}\right\}}&#10;\mathcal{H}_{\left(s\mathcal{U}\right)_{1}x}&#10;\mathcal{H}_{\left(s\mathcal{U}\right)_{2}\left(\mathcal{W}-x\right)}&#10;\\&#10;\mathcal{H}_{s\mathcal{U}w}&#10;&amp; =&#10;\frac{\mathcal{K}!\sqrt{(\mathfrak{l}+k)!}\left(1 + \kappa\left(\mathcal{G}_{sw}-1\right)\right)}{\sqrt{k!}(\mathcal{K}-\mathcal{U})!(\mathfrak{l}+k+2\kappa-w)!(\mathcal{U}-w)!w!}&#10;=&#10;\frac{1}{\sqrt{k!(\mathfrak{l}+k)!}}&#10;\frac{\mathcal{K}!}{\mathcal{U}!(\mathcal{K}-\mathcal{U})!}&#10;\frac{\mathcal{U}!}{w!(\mathcal{U}-w)!}&#10;\frac{(\mathfrak{l}+k)!}{(\mathfrak{l}+k-w)!}&#10;\frac{(\mathfrak{l}+k-w)!\left(1 + \kappa\left(\mathcal{G}_{sw}-1\right)\right)}{(\mathfrak{l}+k+2\kappa-w)!}&#10;\\&#10;&amp; =&#10;\frac{1}{\sqrt{k!(\mathfrak{l}+k)!}}&#10;\begin{pmatrix}&#10;\mathcal{K} \\&#10;\mathcal{U}&#10;\end{pmatrix}&#10;\begin{pmatrix}&#10;\mathcal{U} \\&#10;w&#10;\end{pmatrix}&#10;(\mathfrak{l}+k)^{\underline{w}}&#10;\mathcal{I}_{sx}&#10;\\&#10;\mathcal{I}_{sx}&#10;&amp; = &#10;\frac{(\mathfrak{l}+k-x)!}{(\mathfrak{l}+k+2\kappa-x)!}&#10;\left(1 + \kappa\left(\mathcal{G}_{sx}-1\right)\right)&#10;\\&#10;\end{align*}&#10;&#10;\end{document}"/>
  <p:tag name="IGUANATEXSIZE" val="14"/>
  <p:tag name="IGUANATEXCURSOR" val="547"/>
  <p:tag name="TRANSPARENCY" val="False"/>
  <p:tag name="FILENAME" val=""/>
  <p:tag name="LATEXENGINEID" val="0"/>
  <p:tag name="TEMPFOLDER" val="C:\iguanatex\"/>
  <p:tag name="LATEXFORMHEIGHT" val="719.25"/>
  <p:tag name="LATEXFORMWIDTH" val="1139.2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.4841"/>
  <p:tag name="ORIGINALWIDTH" val="1007.874"/>
  <p:tag name="OUTPUTTYPE" val="PNG"/>
  <p:tag name="IGUANATEXVERSION" val="159"/>
  <p:tag name="LATEXADDIN" val="\documentclass{article}&#10;\usepackage{amsmath,bm,eufrak}&#10;\pagestyle{empty}&#10;\begin{document}&#10;&#10;\begin{align*}&#10;\mathcal{K}_{i}&#10;&amp; =&#10;k_{i} + \kappa_{i} + \delta_{s_{i}\bar{1}}&#10;\\&#10;\end{align*}&#10;&#10;\end{document}"/>
  <p:tag name="IGUANATEXSIZE" val="14"/>
  <p:tag name="IGUANATEXCURSOR" val="167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9.4526"/>
  <p:tag name="ORIGINALWIDTH" val="4005.999"/>
  <p:tag name="OUTPUTTYPE" val="PNG"/>
  <p:tag name="IGUANATEXVERSION" val="159"/>
  <p:tag name="LATEXADDIN" val="\documentclass{article}&#10;\usepackage{amsmath,bm,eufrak}&#10;\pagestyle{empty}&#10;\begin{document}&#10;&#10;\begin{gather*}&#10;\mathcal{G}_{sx}&#10;= &#10;\sum_{t=0}^{\text{Min}\left\{x,3+\delta_{s\bar{1}}\right\}}&#10;g_{lk,s\left(1+\delta_{s\bar{1}}-t\right)}&#10;\frac{x!}{(x-t)!}&#10;\sqrt{&#10;\frac&#10;{(k+1+\delta_{s\bar{1}}-t)!}&#10;{k!}&#10;\frac&#10;{(\mathfrak{l}+k+2-t)!}&#10;{(\mathfrak{l}+k)!}&#10;}&#10;\end{gather*}&#10;&#10;\end{document}"/>
  <p:tag name="IGUANATEXSIZE" val="16"/>
  <p:tag name="IGUANATEXCURSOR" val="339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3.603"/>
  <p:tag name="ORIGINALWIDTH" val="2212.223"/>
  <p:tag name="OUTPUTTYPE" val="PNG"/>
  <p:tag name="IGUANATEXVERSION" val="159"/>
  <p:tag name="LATEXADDIN" val="\documentclass{article}&#10;\usepackage{amsmath,bm,eufrak}&#10;\pagestyle{empty}&#10;\begin{document}&#10;&#10;\begin{align*}&#10;\mathcal{I}_{sx}&#10;&amp; =&#10;\frac{(\mathfrak{l}+k-x)!}{(\mathfrak{l}+k+2\kappa-x)!}\left(1 + \kappa\left(\mathcal{G}_{sx}-1\right)\right)&#10;\\&#10;&amp; =&#10;\left(1 - \kappa\right)+ \kappa\frac{(\mathfrak{l}+k-x)!}{(\mathfrak{l}+k+2-x)!}\mathcal{G}_{sx}&#10;\\&#10;&amp; = &#10;1 + \kappa \mathcal{H}_{k\mathfrak{l},sx}&#10;\\&#10;\mathcal{H}_{sx}&#10;&amp; =&#10;\frac{\mathcal{G}_{sx}}{(\mathfrak{l}+k+1-x)(\mathfrak{l}+k+2-x)}-1&#10;\\&#10;\end{align*}&#10;&#10;\end{document}"/>
  <p:tag name="IGUANATEXSIZE" val="16"/>
  <p:tag name="IGUANATEXCURSOR" val="407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9.4526"/>
  <p:tag name="ORIGINALWIDTH" val="3150.356"/>
  <p:tag name="OUTPUTTYPE" val="PNG"/>
  <p:tag name="IGUANATEXVERSION" val="159"/>
  <p:tag name="LATEXADDIN" val="\documentclass{article}&#10;\usepackage{amsmath,bm,eufrak}&#10;\pagestyle{empty}&#10;\begin{document}&#10;&#10;\begin{align*}&#10;\mathcal{G}_{\bar{1}x}&#10;&amp;= &#10;\sum_{t=0}^{\text{Min}\left\{x,4\right\}}&#10;g_{lk,2-t}^{(-1)}&#10;\frac{x!}{(x-t)!}&#10;\sqrt{&#10;\frac&#10;{(k+2-t)!}&#10;{k!}&#10;\frac&#10;{(\mathfrak{l}+k+2-t)!}&#10;{(\mathfrak{l}+k)!}&#10;}&#10;\\&#10;\end{align*}&#10;&#10;\end{document}"/>
  <p:tag name="IGUANATEXSIZE" val="12"/>
  <p:tag name="IGUANATEXCURSOR" val="284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1.9498"/>
  <p:tag name="ORIGINALWIDTH" val="7941.507"/>
  <p:tag name="OUTPUTTYPE" val="PNG"/>
  <p:tag name="IGUANATEXVERSION" val="159"/>
  <p:tag name="LATEXADDIN" val="\documentclass{article}&#10;\usepackage{amsmath,bm,eufrak}&#10;\pagestyle{empty}&#10;\begin{document}&#10;&#10;\begin{align*}&#10;\mathcal{G}_{\bar{1}x}^{(W=1)}&#10;&amp; =&#10;-x^{4}&#10;+2(\mathfrak{l}-2)x^{3}&#10;+(2k(\mathfrak{l}+k+1)-\mathfrak{l}(\mathfrak{l}-5)-1)x^2&#10;+(-2k(k(\mathfrak{l}-4)+(\mathfrak{l}-2)\mathfrak{l}-9) - \mathfrak{l}(\mathfrak{l}-1) + 16)x&#10;-(k+1)(k+2)(\mathfrak{l}+k+1)(\mathfrak{l}+k+2)&#10;\\&#10;\mathcal{G}_{\bar{1}x}^{(W=2)}&#10;&amp; =&#10;-x^{4}&#10;+2(\mathfrak{l}-1)x^{3}&#10;+(2k(\mathfrak{l}+k+1)-\mathfrak{l}(\mathfrak{l}+1)-1)x^2&#10;+(-2k(k(\mathfrak{l}-1)+(\mathfrak{l}+1)\mathfrak{l}-3) - \mathfrak{l}(\mathfrak{l}-1) + 4)x&#10;-(k+1)(k+2)(\mathfrak{l}+k+1)(\mathfrak{l}+k+2)&#10;\end{align*}&#10;&#10;\end{document}"/>
  <p:tag name="IGUANATEXSIZE" val="14"/>
  <p:tag name="IGUANATEXCURSOR" val="634"/>
  <p:tag name="TRANSPARENCY" val="Fals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9.4526"/>
  <p:tag name="ORIGINALWIDTH" val="3328.834"/>
  <p:tag name="OUTPUTTYPE" val="PNG"/>
  <p:tag name="IGUANATEXVERSION" val="159"/>
  <p:tag name="LATEXADDIN" val="\documentclass{article}&#10;\usepackage{amsmath,bm,eufrak}&#10;\pagestyle{empty}&#10;\begin{document}&#10;&#10;\begin{align*}&#10;\mathcal{G}_{(0\slash 1)x}&#10;&amp;= &#10;\sum_{t=0}^{\text{Min}\left\{x,3\right\}}&#10;g_{lk,1-t}^{(0\slash 1)}&#10;\frac{x!}{(x-t)!}&#10;\sqrt{\frac{(k+1-t)!}{k!}\frac{(\mathfrak{l}+k+2-t)!}{(\mathfrak{l}+k)!}}&#10;\\&#10;\end{align*}&#10;&#10;\end{document}"/>
  <p:tag name="IGUANATEXSIZE" val="14"/>
  <p:tag name="IGUANATEXCURSOR" val="289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7.2066"/>
  <p:tag name="ORIGINALWIDTH" val="6588.677"/>
  <p:tag name="OUTPUTTYPE" val="PNG"/>
  <p:tag name="IGUANATEXVERSION" val="159"/>
  <p:tag name="LATEXADDIN" val="\documentclass{article}&#10;\usepackage{amsmath,bm,eufrak}&#10;\pagestyle{empty}&#10;\begin{document}&#10;&#10;\begin{align*}&#10;\mathcal{G}_{0x}&#10;&amp;=&#10;-x^3&#10;+\left(-k+2\delta_{W,2}\right)x^2&#10;+((k+\mathfrak{l})(k+\mathfrak{l}+2\delta_{W,2})-(\mathfrak{l}+1))x&#10;+(k+1)(\mathfrak{l}+k+1)(\mathfrak{l}+k+2)&#10;\\&#10;\mathcal{G}_{1x}&#10;&amp;=&#10;-x^3&#10;+(-k+2(\mathfrak{l}+1)+2\delta_{W,2})x^2&#10;+((k-1)(k-1+2\delta_{W,2})-(\mathfrak{l}+1)(\mathfrak{l}+2-2\delta_{W,2}))x&#10;+(k+1)(\mathfrak{l}+k+1)(\mathfrak{l}+k+2)&#10;\\&#10;\end{align*}&#10;&#10;\end{document}"/>
  <p:tag name="IGUANATEXSIZE" val="14"/>
  <p:tag name="IGUANATEXCURSOR" val="440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45.6318"/>
  <p:tag name="ORIGINALWIDTH" val="4388.451"/>
  <p:tag name="OUTPUTTYPE" val="PNG"/>
  <p:tag name="IGUANATEXVERSION" val="159"/>
  <p:tag name="LATEXADDIN" val="\documentclass{article}&#10;\usepackage{amsmath,bm,eufrak}&#10;\pagestyle{empty}&#10;\begin{document}&#10;&#10;\begin{align*}&#10;\mathcal{H}_{1x}&#10;&amp;=&#10;k-x&#10;+\frac&#10;{2x(2x(k+\delta_{W,2}-x)+\delta_{W,1})}&#10;{\mathfrak{l}+k+1-x}&#10;+\frac&#10;{4x(-k+x-\delta_{W,2})(x-1)}&#10;{\mathfrak{l}+k+2-x}&#10;\\&#10;\mathcal{H}_{0x}&#10;&amp;=&#10;k+x&#10;+\frac&#10;{2x\left(k-\delta_{W,1}\left(x-1\right)+\delta_{W,2}x\right)}&#10;{\mathfrak{l}+k+1-x}&#10;+&#10;\delta_{W,1}&#10;\frac&#10;{4(x-1)x}&#10;{\mathfrak{l}+k+2-x}&#10;\\&#10;\mathcal{H}_{\bar{1}x}&#10;&amp; =&#10;-(k+1+x)(k+2+x)+2x-1&#10;+&#10;\delta_{W,1}&#10;\left(&#10;\frac&#10;{6x(k+2-x)}&#10;{\mathfrak{l}+k+1-x}&#10;+\frac&#10;{12x(x-1)}&#10;{\mathfrak{l}+k+2-x}&#10;\right)&#10;\\&#10;\end{align*}&#10;&#10;\end{document}"/>
  <p:tag name="IGUANATEXSIZE" val="14"/>
  <p:tag name="IGUANATEXCURSOR" val="614"/>
  <p:tag name="TRANSPARENCY" val="Fals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8.7139"/>
  <p:tag name="ORIGINALWIDTH" val="2193.476"/>
  <p:tag name="OUTPUTTYPE" val="PNG"/>
  <p:tag name="IGUANATEXVERSION" val="159"/>
  <p:tag name="LATEXADDIN" val="\documentclass{article}&#10;\usepackage{amsmath,bm,eufrak}&#10;\pagestyle{empty}&#10;\begin{document}&#10;&#10;\begin{align*}&#10;\mathcal{H}_{sx}&#10;&amp; = &#10;\frac{\mathcal{G}_{sx}}{(\mathfrak{l}+k+1-x)(\mathfrak{l}+k+2-x)} - 1&#10;\end{align*}&#10;&#10;\end{document}"/>
  <p:tag name="IGUANATEXSIZE" val="16"/>
  <p:tag name="IGUANATEXCURSOR" val="185"/>
  <p:tag name="TRANSPARENCY" val="True"/>
  <p:tag name="FILENAME" val=""/>
  <p:tag name="LATEXENGINEID" val="0"/>
  <p:tag name="TEMPFOLDER" val="C:\iguanatex\"/>
  <p:tag name="LATEXFORMHEIGHT" val="555"/>
  <p:tag name="LATEXFORMWIDTH" val="1141.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67.1541"/>
  <p:tag name="ORIGINALWIDTH" val="4557.181"/>
  <p:tag name="OUTPUTTYPE" val="PNG"/>
  <p:tag name="IGUANATEXVERSION" val="159"/>
  <p:tag name="LATEXADDIN" val="\documentclass{article}&#10;\usepackage{amsmath,bm,eufrak}&#10;\pagestyle{empty}&#10;\begin{document}&#10;&#10;\begin{align*}&#10;\mathcal{J}_{\left(s\right)_{12}}&#10;&amp; =&#10;\frac{k_{1}!}{\mathcal{K}_{1}!}&#10;\frac{k_{2}!}{\mathcal{K}_{2}!}&#10;\sum_{u_{1}=0}^{\mathcal{K}_{1}}&#10;\sum_{u_{2}=0}^{\mathcal{K}_{2}}&#10;\sum_{w=u_{1}+u_{2}}^{\mathcal{K}_{1}+\mathcal{K}_{2}}&#10;\mathfrak{J}_{\left(su\right)_{12}w}^{\left(W\left(\kappa\right)_{12}d\right)}&#10;\mathcal{G}_{\left(\mathfrak{L}_{12}-W\delta_{s_{1}\bar{1}}-W\delta_{s_{2}\bar{1}}\right);\left(u\right)_{12}w\left\{\hat{\Delta}\tilde{z}\tilde{\mathcal{Z}}\right\}}&#10;\\&#10;\mathfrak{J}_{\left(su\right)_{12}w}^{\left(W\left(\kappa\right)_{12}d\right)}&#10;&amp; = &#10;(-1)^{u_{1}+u_{2}+w}&#10;\left(\frac{W}{2}\right)^{d}&#10;\Gamma\left[\frac{\mathfrak{L}_{12}}{W}-\delta_{s_{1}\bar{1}}-\delta_{s_{2}\bar{1}}+w\right]&#10;\mathcal{H}_{\left(s\right)_{12}\left(\mathcal{K}-u\right)_{12}\left(\mathcal{K}_{1}+\mathcal{K}_{2}-w\right)}&#10;\end{align*}&#10;\end{document}"/>
  <p:tag name="IGUANATEXSIZE" val="16"/>
  <p:tag name="IGUANATEXCURSOR" val="565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4.8893"/>
  <p:tag name="ORIGINALWIDTH" val="3701.537"/>
  <p:tag name="OUTPUTTYPE" val="PNG"/>
  <p:tag name="IGUANATEXVERSION" val="159"/>
  <p:tag name="LATEXADDIN" val="\documentclass{article}&#10;\usepackage{amsmath,bm,eufrak}&#10;\pagestyle{empty}&#10;\begin{document}&#10;&#10;\begin{align*}&#10;\mathcal{G}_{L;\left(u\right)_{12}w\left\{\Delta\tilde{z}\tilde{\mathcal{Z}}\right\}}&#10;&amp; = &#10;\left(1-\tilde{z}(1+\Delta)\right)^{u_{1}}\left(1-\tilde{z}(1-\Delta)\right)^{u_{2}}&#10;\tilde{z}^{\frac{L}{W}}&#10;\mathcal{F}_{\left(L+Ww\right)\left\{\tilde{\mathcal{Z}}\right\}}^{(W)}&#10;\\&#10;\mathcal{F}_{L\left\{\tilde{\mathcal{Z}}\right\}}^{(1)}&#10;&amp; =&#10;\frac{\sqrt{\pi}}{\Gamma\left[\frac{L+1}{2}\right]}&#10;\tilde{\mathcal{Z}}^{L}&#10;h_{L\left\{\tilde{\mathcal{Z}}\right\}}&#10;\\&#10;\mathcal{F}_{L\left\{\tilde{\mathcal{Z}}\right\}}^{(2)}&#10;&amp; =&#10;h_{L\left\{\tilde{\mathcal{Z}}\right\}}&#10;\\&#10;\end{align*}&#10;&#10;\end{document}"/>
  <p:tag name="IGUANATEXSIZE" val="16"/>
  <p:tag name="IGUANATEXCURSOR" val="499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6.4529"/>
  <p:tag name="ORIGINALWIDTH" val="7334.083"/>
  <p:tag name="OUTPUTTYPE" val="PNG"/>
  <p:tag name="IGUANATEXVERSION" val="159"/>
  <p:tag name="LATEXADDIN" val="\documentclass{article}&#10;\usepackage{amsmath,bm,eufrak}&#10;\pagestyle{empty}&#10;\begin{document}&#10;&#10;\begin{align*}&#10;\mathcal{J}_{\left(s\right)_{12}}&#10;&amp; =&#10;\frac{k_{1}!}{\mathcal{K}_{1}!}&#10;\frac{k_{2}!}{\mathcal{K}_{2}!}&#10;\sum_{u_{1}=0}^{\mathcal{K}_{1}}&#10;\sum_{u_{2}=0}^{\mathcal{K}_{2}}&#10;\sum_{w=u_{1}+u_{2}}^{\mathcal{K}_{1}+\mathcal{K}_{2}}&#10;\left(&#10;(-1)^{u_{1}+u_{2}+w}&#10;\left(\frac{W}{2}\right)^{d}&#10;\Gamma\left[\frac{\mathfrak{L}_{12}}{W}-\delta_{s_{1}\bar{1}}-\delta_{s_{2}\bar{1}}+w\right]&#10;\mathcal{H}_{\left(s\right)_{12}\left(\mathcal{K}-u\right)_{12}\left(\mathcal{K}_{1}+\mathcal{K}_{2}-w\right)}&#10;\right)&#10;\mathcal{G}_{\left(\mathfrak{L}_{12}-W\left(\delta_{s_{1}\bar{1}}+\delta_{s_{2}\bar{1}}\right)\right);\left(u\right)_{12}w}&#10;\\&#10;\end{align*}&#10;&#10;\end{document}"/>
  <p:tag name="IGUANATEXSIZE" val="16"/>
  <p:tag name="IGUANATEXCURSOR" val="41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77.728"/>
  <p:tag name="ORIGINALWIDTH" val="4854.893"/>
  <p:tag name="OUTPUTTYPE" val="PNG"/>
  <p:tag name="IGUANATEXVERSION" val="159"/>
  <p:tag name="LATEXADDIN" val="\documentclass{article}&#10;\usepackage{amsmath,bm,eufrak}&#10;\pagestyle{empty}&#10;\begin{document}&#10;&#10;\begin{align*}&#10;\mathfrak{J}_{\left(lk\right)_{12}\left(su\right)_{12}w}^{\left(W\left(\kappa\right)_{12}d\right)}&#10;&amp; = &#10;(-1)^{u_{1}+u_{2}+w}&#10;\left(\frac{W}{2}\right)^{d}&#10;\Gamma\left[\frac{\mathfrak{L}_{12}}{W}-\delta_{s_{1}\bar{1}}-\delta_{s_{2}\bar{1}}+w\right]&#10;\mathfrak{H}^{\left(\kappa\right)_{12}}_{\left(\mathfrak{l} k;s\left(\mathcal{K}-u\right)\right)_{12}\left(\mathcal{K}_{1}+\mathcal{K}_{2}-w\right)}&#10;\\&#10;\mathfrak{H}_{\left(\mathfrak{l} k;s\mathcal{U}\right)_{12}\mathcal{W}}^{\left(\kappa\right)_{12}}&#10;&amp; = &#10;\sum_{x=\text{Max}\left\{0,\mathcal{W}-\mathcal{U}_{2}\right\}}^{\text{Min}\left\{\mathcal{U}_{1},\mathcal{W}\right\}}&#10;\mathfrak{H}_{\left(\mathfrak{l} k;s\mathcal{U}\right)_{1}x}^{\left(\kappa_{1}\right)}&#10;\mathfrak{H}_{\left(\mathfrak{l} k;s\mathcal{U}\right)_{2}\left(\mathcal{W}-x\right)}^{\left(\kappa_{2}\right)}&#10;\\&#10;\mathfrak{H}_{\mathfrak{l}k;s\mathcal{U}w}^{\left(\kappa\right)}&#10;&amp; =&#10;\frac{1}{\sqrt{k!(\mathfrak{l}+k)!}}&#10;\begin{pmatrix}&#10;\mathcal{K} \\&#10;\mathcal{U}&#10;\end{pmatrix}&#10;\begin{pmatrix}&#10;\mathcal{U} \\&#10;w&#10;\end{pmatrix}&#10;(\mathfrak{l}+k)^{\underline{w}}&#10;\left(1 + \kappa \mathfrak{H}_{\mathfrak{l} k;sx}\right)&#10;\\&#10;\mathfrak{H}_{\mathfrak{l}k;1x}&#10;&amp;=&#10;k-x&#10;+\frac&#10;{2x(2x(k+\delta_{W,2}-x)+\delta_{W,1})}&#10;{\mathfrak{l}+k+1-x}&#10;+\frac&#10;{4x(-k+x-\delta_{W,2})(x-1)}&#10;{\mathfrak{l}+k+2-x}&#10;\\&#10;\mathfrak{H}_{\mathfrak{l}k;0x}&#10;&amp;=&#10;k+x&#10;+\frac&#10;{2x\left(k-\delta_{W,1}\left(x-1\right)+\delta_{W,2}x\right)}&#10;{\mathfrak{l}+k+1-x}&#10;+&#10;\delta_{W,1}&#10;\frac&#10;{4(x-1)x}&#10;{\mathfrak{l}+k+2-x}&#10;\\&#10;\mathfrak{H}_{\mathfrak{l}k;\bar{1}x}&#10;&amp; =&#10;-(k+1+x)(k+2+x)+2x-1&#10;+&#10;\delta_{W,1}&#10;\left(&#10;\frac&#10;{6x(k+2-x)}&#10;{\mathfrak{l}+k+1-x}&#10;+\frac&#10;{12x(x-1)}&#10;{\mathfrak{l}+k+2-x}&#10;\right)&#10;\\&#10;\end{align*}&#10;&#10;\end{document}"/>
  <p:tag name="IGUANATEXSIZE" val="16"/>
  <p:tag name="IGUANATEXCURSOR" val="1216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4269.966"/>
  <p:tag name="OUTPUTTYPE" val="PNG"/>
  <p:tag name="IGUANATEXVERSION" val="159"/>
  <p:tag name="LATEXADDIN" val="\documentclass{article}&#10;\usepackage{amsmath,bm,eufrak}&#10;\pagestyle{empty}&#10;\begin{document}&#10;&#10;\begin{equation*}&#10;\mathfrak{l}_{i}&#10;=&#10;\frac{2}{W}\left(l_{i}+\frac{1}{W}\right)&#10;\quad\quad&#10;\mathcal{L}_{12}&#10;=&#10;l_{1}+l_{2}+3+d-\delta_{W,1}\left(\kappa_{1}+\kappa_{2}\right)&#10;\quad\quad&#10;\mathcal{K}_{i}&#10;=&#10;k_{i} + \kappa_{i} + \delta_{s_{i}\bar{1}}&#10;\\&#10;\end{equation*}&#10;&#10;\end{document}"/>
  <p:tag name="IGUANATEXSIZE" val="14"/>
  <p:tag name="IGUANATEXCURSOR" val="29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9644"/>
  <p:tag name="ORIGINALWIDTH" val="1656.543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_{\left(mlk\xi\Omega\right)_{12}}&#10;&amp; =&#10;\mathfrak{C}_{0}&#10;\int_{\mathcal{S}} \mathrm{d}\Omega\,&#10;\hat{\mathcal{V}}&#10;\hat{\Sigma}&#10;\hat{Q}&#10;\\&#10;\end{align*}&#10;&#10;\end{document}"/>
  <p:tag name="IGUANATEXSIZE" val="18"/>
  <p:tag name="IGUANATEXCURSOR" val="267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3.4571"/>
  <p:tag name="ORIGINALWIDTH" val="3409.074"/>
  <p:tag name="OUTPUTTYPE" val="PNG"/>
  <p:tag name="IGUANATEXVERSION" val="159"/>
  <p:tag name="LATEXADDIN" val="\documentclass{article}&#10;\usepackage{amsmath,bm,eufrak}&#10;\pagestyle{empty}&#10;\begin{document}&#10;&#10;\begin{align*}&#10;\mathfrak{C}_{0}&#10;&amp; =&#10;\eta^{d-2\kappa_{1}-2\kappa_{2}}&#10;\left(\sqrt{\frac{\eta}{\eta_{1}}}\right)^{\mathfrak{L}_{1}+4\kappa_{1}}&#10;\left(\sqrt{\frac{\eta}{\eta_{2}}}\right)^{\mathfrak{L}_{2}+4\kappa_{2}}&#10;\left(\frac{\hbar^{2}}{2m_{0}a_{0}^{2}}\right)^{\kappa_{1}+\kappa_{2}}&#10;\\&#10;\end{align*}&#10;&#10;\end{document}"/>
  <p:tag name="IGUANATEXSIZE" val="18"/>
  <p:tag name="IGUANATEXCURSOR" val="37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8.159"/>
  <p:tag name="ORIGINALWIDTH" val="1554.556"/>
  <p:tag name="OUTPUTTYPE" val="PNG"/>
  <p:tag name="IGUANATEXVERSION" val="159"/>
  <p:tag name="LATEXADDIN" val="\documentclass{article}&#10;\usepackage{amsmath,bm,eufrak}&#10;\pagestyle{empty}&#10;\begin{document}&#10;&#10;\begin{align*}&#10;\hat{\mathcal{V}}&#10;&amp; =&#10;\frac&#10;{\left(\sqrt{\vartheta_{1}}\right)^{\mathfrak{L}_{1}}\left(\sqrt{\vartheta_{2}}\right)^{\mathfrak{L}_{2}}}&#10;{\left(\hat{\vartheta}\hat{\Xi}\right)^{\mathfrak{L}_{12}}}&#10;\\&#10;\hat{Q}&#10;&amp; =&#10;\hat{Q}^{*}_{\left(m\zeta\right)_{1}\left\{\phi_{p_{1}}\right\}}&#10;\hat{Q}_{\left(m\zeta\right)_{2}\left\{\phi_{p_{2}}\right\}}&#10;\end{align*}&#10;&#10;\end{document}"/>
  <p:tag name="IGUANATEXSIZE" val="18"/>
  <p:tag name="IGUANATEXCURSOR" val="311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9681"/>
  <p:tag name="ORIGINALWIDTH" val="4257.968"/>
  <p:tag name="OUTPUTTYPE" val="PNG"/>
  <p:tag name="IGUANATEXVERSION" val="159"/>
  <p:tag name="LATEXADDIN" val="\documentclass{article}&#10;\usepackage{amsmath,bm,eufrak}&#10;\pagestyle{empty}&#10;\begin{document}&#10;&#10;\begin{equation*}&#10;\mathfrak{L}_{i}&#10;=&#10;2l_{i}+3-2\kappa_{i}\delta_{W,1}&#10;\quad\quad&#10;\mathfrak{L}_{12}&#10;= &#10;\frac{\mathfrak{L}_{1}+\mathfrak{L}_{2}}{2} + d&#10;=&#10;l_{1}+l_{2}+3+d-\delta_{W,1}\left(\kappa_{1}+\kappa_{2}\right)&#10;\\&#10;\end{equation*}&#10;&#10;\end{document}"/>
  <p:tag name="IGUANATEXSIZE" val="16"/>
  <p:tag name="IGUANATEXCURSOR" val="18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4.7019"/>
  <p:tag name="ORIGINALWIDTH" val="3456.318"/>
  <p:tag name="OUTPUTTYPE" val="PNG"/>
  <p:tag name="IGUANATEXVERSION" val="159"/>
  <p:tag name="LATEXADDIN" val="\documentclass{article}&#10;\usepackage{amsmath,bm,eufrak}&#10;\pagestyle{empty}&#10;\begin{document}&#10;&#10;\begin{equation*}&#10;\hat{z}_{i}&#10;=&#10;\frac{1}{1+\delta_{W,1}\frac{\tilde{\alpha}_{i\left\{\chi,\phi\right\}}\hat{\eta}}{2}+\delta_{W,2}\beta_{i\left\{\chi,\phi\right\}}\hat{\eta}^{2}}&#10;\quad&#10;\hat{\mathcal{Z}}_{i}&#10;=&#10;\frac&#10;{\delta_{W,1}+\frac{\tilde{\alpha}_{i\left\{\chi,\phi\right\}}\hat{\eta}}{2}}&#10;{\sqrt{\delta_{W,2}+\beta_{i\left\{\chi,\phi\right\}}\hat{\eta}^{2}}}&#10;\end{equation*}&#10;&#10;\end{document}"/>
  <p:tag name="IGUANATEXSIZE" val="16"/>
  <p:tag name="IGUANATEXCURSOR" val="44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1883.764"/>
  <p:tag name="OUTPUTTYPE" val="PNG"/>
  <p:tag name="IGUANATEXVERSION" val="159"/>
  <p:tag name="LATEXADDIN" val="\documentclass{article}&#10;\usepackage{amsmath,bm,eufrak}&#10;\pagestyle{empty}&#10;\begin{document}&#10;&#10;\begin{equation*}&#10;\delta&#10;\equiv&#10;\frac{\eta_{2}^{W}-\eta_{1}^{W}}{\eta_{2}^{W}+\eta_{1}^{W}}&#10;\quad\quad&#10;\eta^{W}&#10;\equiv&#10;\frac&#10;{2\eta_{1}^{W}\eta_{2}^{W}}&#10;{\eta_{2}^{W}+\eta_{1}^{W}}&#10;\end{equation*}&#10;&#10;\end{document}"/>
  <p:tag name="IGUANATEXSIZE" val="16"/>
  <p:tag name="IGUANATEXCURSOR" val="19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9572"/>
  <p:tag name="ORIGINALWIDTH" val="5838.771"/>
  <p:tag name="OUTPUTTYPE" val="PNG"/>
  <p:tag name="IGUANATEXVERSION" val="159"/>
  <p:tag name="LATEXADDIN" val="\documentclass{article}&#10;\usepackage{amsmath,bm,eufrak}&#10;\pagestyle{empty}&#10;\begin{document}&#10;&#10;\begin{equation*}&#10;\hat{\vartheta}_{i}&#10;\equiv&#10;\sqrt{1 + \left(\lambda_{i}^2-1\right)\chi_{p_{i}}^2}&#10;\quad\quad&#10;\hat{\epsilon}&#10;\equiv&#10;\frac&#10;{\hat{\vartheta}_{1}^{W}-\hat{\vartheta}_{2}^{W}}&#10;{\hat{\vartheta}_{1}^{W}+\hat{\vartheta}_{2}^{W}}&#10;\quad\quad&#10;\hat{\vartheta}^{W}&#10;\equiv&#10;\frac&#10;{\hat{\vartheta}_{1}^{W}+\hat{\vartheta}_{2}^{W}}&#10;{2}&#10;\quad\quad&#10;\hat{\Xi}^{W}&#10;\equiv&#10;1+\delta\hat{\epsilon}&#10;\quad\quad&#10;\hat{\eta}&#10;\equiv&#10;\frac{\eta}{\hat{\vartheta}\hat{\Xi}}&#10;\quad\quad&#10;\hat{\Delta}&#10;\equiv&#10;\frac{\hat{\epsilon}+\delta}{1+\hat{\epsilon}\delta}&#10;\end{equation*}&#10;&#10;\end{document}"/>
  <p:tag name="IGUANATEXSIZE" val="16"/>
  <p:tag name="IGUANATEXCURSOR" val="18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6.4529"/>
  <p:tag name="ORIGINALWIDTH" val="3124.11"/>
  <p:tag name="OUTPUTTYPE" val="PNG"/>
  <p:tag name="IGUANATEXVERSION" val="159"/>
  <p:tag name="LATEXADDIN" val="\documentclass{article}&#10;\usepackage{amsmath,bm,eufrak}&#10;\pagestyle{empty}&#10;\begin{document}&#10;&#10;\begin{align*}&#10;\hat{\Sigma}&#10;&amp; = &#10;\sum_{s_{1}=-\kappa_{1}}^{+\kappa_{1}}&#10;\sum_{s_{2}=-\kappa_{2}}^{+\kappa_{2}}&#10;\sum_{u_{1}=0}^{\mathcal{K}_{1}}&#10;\sum_{u_{2}=0}^{\mathcal{K}_{2}}&#10;\sum_{w=u_{1}+u_{2}}^{\mathcal{K}_{1}+\mathcal{K}_{2}}&#10;\mathfrak{J}_{\left(su\right)_{12}w}&#10;\hat{\mathcal{P}}_{\left(s\right)_{12}}&#10;\hat{\mathcal{G}}_{\left(su\right)_{12}w}&#10;\end{align*}&#10;&#10;\end{document}"/>
  <p:tag name="IGUANATEXSIZE" val="18"/>
  <p:tag name="IGUANATEXCURSOR" val="419"/>
  <p:tag name="TRANSPARENCY" val="False"/>
  <p:tag name="FILENAME" val=""/>
  <p:tag name="LATEXENGINEID" val="0"/>
  <p:tag name="TEMPFOLDER" val="C:\iguanatex\"/>
  <p:tag name="LATEXFORMHEIGHT" val="571.5"/>
  <p:tag name="LATEXFORMWIDTH" val="1052.2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32.546"/>
  <p:tag name="ORIGINALWIDTH" val="3881.515"/>
  <p:tag name="OUTPUTTYPE" val="PNG"/>
  <p:tag name="IGUANATEXVERSION" val="159"/>
  <p:tag name="LATEXADDIN" val="\documentclass{article}&#10;\usepackage{amsmath,bm,eufrak}&#10;\pagestyle{empty}&#10;\begin{document}&#10;&#10;\begin{align*}&#10;\hat{\mathcal{G}}_{\left(su\right)_{12}w}&#10;&amp; = &#10;\sum_{i}&#10;\tilde{\mathfrak{U}}_{i}&#10;\mathcal{U}_{i\left\{\chi,\phi\right\}}&#10;\mathcal{G}_{\left(u\right)_{12}w\left\{\left(\mathfrak{L}_{12}-W\delta_{s_{1}\bar{1}}-W\delta_{s_{2}\bar{1}}\right)&#10;\hat{\Delta}\hat{z}_{i}\hat{\mathcal{Z}}_{i}\right\}}&#10;\\&#10;\hat{\mathcal{P}}_{\left(s\right)_{12}}&#10;&amp; =&#10;\frac{\mathfrak{K}^{(\kappa)_{1}}_{\left(mlk;s\right)_{1}}}{\left(\frac{\hat{\eta}\vartheta_{1}}{\eta_{1}}\right)^{W\delta_{s_{1}\bar{1}}}}&#10;\frac{\mathfrak{K}^{(\kappa)_{2}}_{\left(mlk;s\right)_{2}}}{\left(\frac{\hat{\eta}\vartheta_{2}}{\eta_{2}}\right)^{W\delta_{s_{2}\bar{1}}}}&#10;\hat{\mathcal{P}}_{\left(\lambda;(l+2s)m\right)_{1}\left\{\chi_{p_{1}}\right\}}&#10;\hat{\mathcal{P}}_{\left(\lambda;(l+2s)m\right)_{2}\left\{\chi_{p_{2}}\right\}}&#10;\\&#10;\mathfrak{K}^{(\kappa)}_{mlk;s}&#10;&amp; =&#10;\frac{k!\mathfrak{H}^{(\kappa)}_{\lambda;lm,s}}{\mathcal{K}!}&#10;\\&#10;\hat{\mathcal{P}}_{\lambda;lm\left\{\chi\right\}}&#10;&amp; = &#10;\sqrt{\frac{\lambda}{\vartheta_{\lambda\left\{\chi\right\}}^{3}}}&#10;\sqrt{\frac{(2l+1)\left(l-m\right)!}{2\left(l+m\right)!}}&#10;P_{lm}\left(\frac{\lambda \chi}{\vartheta_{\lambda\left\{\chi\right\}}}\right)&#10;\\&#10;\end{align*}&#10;&#10;\end{document}"/>
  <p:tag name="IGUANATEXSIZE" val="18"/>
  <p:tag name="IGUANATEXCURSOR" val="226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.721"/>
  <p:tag name="ORIGINALWIDTH" val="3673.041"/>
  <p:tag name="OUTPUTTYPE" val="PNG"/>
  <p:tag name="IGUANATEXVERSION" val="159"/>
  <p:tag name="LATEXADDIN" val="\documentclass{article}&#10;\usepackage{amsmath,bm,eufrak}&#10;\pagestyle{empty}&#10;\begin{document}&#10;&#10;\begin{align*}&#10;\mathcal{G}_{\left(u\right)_{12}w\left\{L\Delta \tilde{z}\tilde{\mathcal{Z}}\right\}}&#10;&amp; = &#10;\left(1-\tilde{z}(1+\Delta)\right)^{u_{1}}\left(1-\tilde{z}(1-\Delta)\right)^{u_{2}}&#10;\tilde{z}^{\frac{L}{W}}&#10;\mathcal{F}_{\left(L+Ww\right)\left\{\tilde{\mathcal{Z}}\right\}}^{(W)}&#10;\\&#10;\end{align*}&#10;&#10;\end{document}"/>
  <p:tag name="IGUANATEXSIZE" val="16"/>
  <p:tag name="IGUANATEXCURSOR" val="362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7.2103"/>
  <p:tag name="ORIGINALWIDTH" val="2844.394"/>
  <p:tag name="OUTPUTTYPE" val="PNG"/>
  <p:tag name="IGUANATEXVERSION" val="159"/>
  <p:tag name="LATEXADDIN" val="\documentclass{article}&#10;\usepackage{amsmath,bm,eufrak}&#10;\pagestyle{empty}&#10;\begin{document}&#10;&#10;\begin{equation*}&#10;\mathcal{F}_{M\left\{\tilde{\mathcal{Z}}\right\}}^{(1)}&#10;=&#10;\frac{\sqrt{\pi}}{\Gamma\left[\frac{M+1}{2}\right]}&#10;\tilde{\mathcal{Z}}^{M}&#10;h_{M\left\{\tilde{\mathcal{Z}}\right\}}&#10;\quad\quad&#10;\mathcal{F}_{M\left\{\tilde{\mathcal{Z}}\right\}}^{(2)}&#10;=&#10;h_{M\left\{\tilde{\mathcal{Z}}\right\}}&#10;\\&#10;\end{equation*}&#10;&#10;\end{document}"/>
  <p:tag name="IGUANATEXSIZE" val="16"/>
  <p:tag name="IGUANATEXCURSOR" val="241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57.068"/>
  <p:tag name="ORIGINALWIDTH" val="3292.838"/>
  <p:tag name="OUTPUTTYPE" val="PNG"/>
  <p:tag name="IGUANATEXVERSION" val="159"/>
  <p:tag name="LATEXADDIN" val="\documentclass{article}&#10;\usepackage{amsmath,bm,eufrak}&#10;\pagestyle{empty}&#10;\begin{document}&#10;&#10;&#10;\begin{align*}&#10;\hat{\Sigma}&#10;&amp; = &#10;\sum_{s_{1}=-\kappa_{1}}^{+\kappa_{1}}&#10;\sum_{s_{2}=-\kappa_{2}}^{+\kappa_{2}}&#10;\sum_{u=0}^{\mathcal{K}_{1}+\mathcal{K}_{2}}&#10;\sum_{w=u}^{\mathcal{K}_{1}+\mathcal{K}_{2}}&#10;\mathfrak{J}_{\left(s\right)_{12}uw}&#10;\hat{\mathcal{P}}_{\left(s\right)_{12}}&#10;\hat{\mathcal{G}}_{\left(s\right)_{12}uw}&#10;\\&#10;\mathfrak{J}_{\left(s\right)_{12}uw}&#10;&amp; =&#10;\sum_{u_{1}=0}^{\mathcal{K}_{1}}&#10;\sum_{u_{2}=0}^{\mathcal{K}_{2}}&#10;\delta_{u,u_{1}+u_{2}}&#10;\mathfrak{J}_{\left(su\right)_{12}w}&#10;\\&#10;\hat{\mathcal{G}}_{\left(s\right)_{12}uw}&#10;&amp; =&#10;\sum_{i}&#10;\tilde{\mathfrak{U}}_{i}&#10;\mathcal{U}_{i\left\{\chi,\phi\right\}}&#10;\mathcal{G}_{&#10;uw\left\{\left(\mathfrak{L}_{12}-W\delta_{s_{1}\bar{1}}-W\delta_{s_{2}\bar{1}}\right)&#10;\hat{z}_{i}\hat{\mathcal{Z}}_{i}&#10;\right\}}&#10;\\&#10;\mathcal{G}_{uw\left\{L\tilde{z}\tilde{\mathcal{Z}}\right\}}&#10;&amp; = &#10;\left(1-\tilde{z}\right)^{u}&#10;\tilde{z}^{\frac{L}{W}}&#10;\mathcal{F}_{\left(L+Ww\right)\left\{\tilde{\mathcal{Z}}\right\}}^{(W)}&#10;\\&#10;\end{align*}&#10;&#10;\end{document}"/>
  <p:tag name="IGUANATEXSIZE" val="18"/>
  <p:tag name="IGUANATEXCURSOR" val="990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57.068"/>
  <p:tag name="ORIGINALWIDTH" val="3369.329"/>
  <p:tag name="OUTPUTTYPE" val="PNG"/>
  <p:tag name="IGUANATEXVERSION" val="159"/>
  <p:tag name="LATEXADDIN" val="\documentclass{article}&#10;\usepackage{amsmath,bm,eufrak}&#10;\pagestyle{empty}&#10;\begin{document}&#10;&#10;\begin{align*}&#10;\hat{\Sigma}&#10;&amp; = &#10;\sum_{s_{1}=-\kappa_{1}}^{+\kappa_{1}}&#10;\sum_{s_{2}=-\kappa_{2}}^{+\kappa_{2}}&#10;\sum_{u=0}^{\mathcal{K}_{1}+\mathcal{K}_{2}}&#10;\sum_{w=u}^{\mathcal{K}_{1}+\mathcal{K}_{2}}&#10;\mathfrak{K}_{\left(s\right)_{12}uw}&#10;\hat{\mathcal{P}}_{\left(s\right)_{12}}&#10;\hat{\mathcal{H}}_{\left(s\right)_{12}uw}&#10;\\&#10;\mathfrak{K}_{\left(s\right)_{12}uw}&#10;&amp; =&#10;\sum_{u_{1}=0}^{\mathcal{K}_{1}}&#10;\sum_{u_{2}=0}^{\mathcal{K}_{2}}&#10;\left(-1\right)^{u_{1}}\delta_{u,u_{1}+u_{2}}&#10;\mathfrak{J}_{\left(su\right)_{12}w}&#10;\\&#10;\hat{\mathcal{H}}_{\left(s\right)_{12}uw}&#10;&amp; = &#10;\sum_{i}&#10;\tilde{\mathfrak{U}}_{i}&#10;\mathcal{U}_{i\left\{\chi,\phi\right\}}&#10;\hat{\mathcal{G}}_{uw\left\{\left(\mathfrak{L}_{12}-W\delta_{s_{1}\bar{1}}-W\delta_{s_{2}\bar{1}}\right)\hat{\Delta}\hat{\mathcal{Z}}_{i}\right\}}&#10;\\&#10;\hat{\mathcal{G}}_{uw\left\{L\Delta\tilde{\mathcal{Z}}\right\}}&#10;&amp; = &#10;\Delta^{u}&#10;\mathcal{F}_{\left(L+Ww\right)\left\{\tilde{\mathcal{Z}}\right\}}^{(W)}&#10;\\&#10;\end{align*}&#10;&#10;\end{document}"/>
  <p:tag name="IGUANATEXSIZE" val="18"/>
  <p:tag name="IGUANATEXCURSOR" val="622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3.3971"/>
  <p:tag name="ORIGINALWIDTH" val="3172.103"/>
  <p:tag name="OUTPUTTYPE" val="PNG"/>
  <p:tag name="IGUANATEXVERSION" val="159"/>
  <p:tag name="LATEXADDIN" val="\documentclass{article}&#10;\usepackage{amsmath,bm,eufrak}&#10;\pagestyle{empty}&#10;\begin{document}&#10;&#10;\begin{align*}&#10;\hat{\Sigma}&#10;&amp; = &#10;\sum_{s_{1}=-\kappa_{1}}^{+\kappa_{1}}&#10;\sum_{s_{2}=-\kappa_{2}}^{+\kappa_{2}}&#10;\sum_{u=0}^{\mathcal{K}_{1}+\mathcal{K}_{2}}&#10;\mathfrak{K}_{\left(s\right)_{12}u}&#10;\hat{\mathcal{P}}_{\left(s\right)_{12}}&#10;\hat{\Delta}^{u}&#10;\sum_{i}\tilde{\mathfrak{U}}_{i}\mathcal{U}_{i\left\{\chi,\phi\right\}}&#10;\\&#10;\mathfrak{K}_{\left(s\right)_{12}u}&#10;&amp; =&#10;\sum_{w=u}^{\mathcal{K}_{1}+\mathcal{K}_{2}}&#10;\sum_{u_{1}=0}^{\mathcal{K}_{1}}&#10;\sum_{u_{2}=0}^{\mathcal{K}_{2}}&#10;\left(-1\right)^{u_{1}}\delta_{u,u_{1}+u_{2}}&#10;\mathfrak{J}_{\left(su\right)_{12}w}&#10;\\&#10;\end{align*}&#10;&#10;\end{document}"/>
  <p:tag name="IGUANATEXSIZE" val="18"/>
  <p:tag name="IGUANATEXCURSOR" val="321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21.335"/>
  <p:tag name="ORIGINALWIDTH" val="6416.948"/>
  <p:tag name="OUTPUTTYPE" val="PNG"/>
  <p:tag name="IGUANATEXVERSION" val="159"/>
  <p:tag name="LATEXADDIN" val="\documentclass{article}&#10;\usepackage{amsmath,bm,eufrak}&#10;\pagestyle{empty}&#10;\begin{document}&#10;&#10;\begin{align*}&#10;\mathfrak{K}^{(\kappa)}_{\lambda;mlk,s}&#10;&amp; =&#10;\frac{k!\mathfrak{H}^{(\kappa)}_{\lambda;lm,s}}{\mathcal{K}!}&#10;=&#10;\left(\delta_{s,0}-\kappa\left(1-\gamma\lambda^{2}\right)\mathfrak{Y}_{lm}^{(s)}\right)&#10;\frac{k!}{\mathcal{K}!}&#10;\\&#10;&amp; =&#10;\left(\left(1-\kappa\right)\delta_{s,0} + \kappa\left(\delta_{s,0}-\left(1-\gamma\lambda^{2}\right)\mathfrak{Y}_{lm}^{(s)}\right)\right)&#10;\frac{k!}{\mathcal{K}!}&#10;\\&#10;&amp; =&#10;\left(1-\kappa\right)\delta_{s,0}&#10;+&#10;\kappa\left(\delta_{s,0}\frac{k!}{(k+1)!}\right)&#10;-\kappa\left(1-\gamma\lambda^{2}\right)\left(&#10;\delta_{s,0}\frac{k!}{(k+1)!}\mathfrak{Y}_{lm}^{(0)}&#10;+\delta_{s,+1}\frac{k!}{(k+1)!}\mathfrak{Y}_{lm}^{(+1)}&#10;+\delta_{s,-1}\frac{k!}{(k+2)!}\mathfrak{Y}_{lm}^{(-1)}&#10;\right)&#10;\\&#10;&amp; =&#10;\delta_{s,0}\left(1-\kappa\frac{k}{k+1}\right)&#10;-\kappa\left(1-\gamma\lambda^{2}\right)\left(&#10;\delta_{s,0}\frac{1}{k+1}\mathfrak{Y}_{lm}^{(0)}&#10;+\delta_{s,+1}\frac{1}{k+1}\mathfrak{Y}_{lm}^{(+1)}&#10;+\delta_{s,-1}\frac{1}{(k+1)(k+2)}\mathfrak{Y}_{lm}^{(-1)}&#10;\right)&#10;\\&#10;\end{align*}&#10;&#10;\end{document}"/>
  <p:tag name="IGUANATEXSIZE" val="16"/>
  <p:tag name="IGUANATEXCURSOR" val="142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5967.754"/>
  <p:tag name="LATEXADDIN" val="\documentclass{article}&#10;\usepackage{amsmath,bm,amssymb}&#10;\pagestyle{empty}&#10;\begin{document}&#10;&#10;\begin{align*}&#10;\mathfrak{Y}^{(0)}_{lm}&#10;&amp; =&#10;\frac{&#10;2l^2-2m^2+2l-1&#10;}{&#10;(2l-1)(2l+3)&#10;}&#10;&amp;&#10;\mathfrak{Y}^{(+1)}_{lm}&#10;&amp; =&#10;\sqrt{\frac{&#10;\left((l+1)^2-m^2\right)&#10;\left((l+2)^2-m^2\right)&#10;}{&#10;(2l+1)(2l+3)^{2}(2l+5)&#10;}}&#10;&amp;&#10;\mathfrak{Y}^{(-1)}_{lm}&#10;&amp; =&#10;\sqrt{\frac{&#10;\left((l-1)^2-m^2\right)&#10;\left(l^2-m^2\right)&#10;}{&#10;(2l-3)(2l-1)^{2}(2l+1)&#10;}}&#10;\\&#10;\end{align*}&#10;&#10;\end{document}"/>
  <p:tag name="IGUANATEXSIZE" val="16"/>
  <p:tag name="IGUANATEXCURSOR" val="42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726.659"/>
  <p:tag name="OUTPUTTYPE" val="PNG"/>
  <p:tag name="IGUANATEXVERSION" val="159"/>
  <p:tag name="LATEXADDIN" val="\documentclass{article}&#10;\usepackage{amsmath,bm,eufrak}&#10;\pagestyle{empty}&#10;\begin{document}&#10;&#10;\begin{align*}&#10;\mathfrak{K}^{(\kappa)}_{\lambda;mlk,s}&#10;&amp; =&#10;\left(1-\kappa\frac{k}{k+1}\right)\delta_{s,0}&#10;-\kappa\left(1-\gamma\lambda^2\right)&#10;\mathfrak{D}_{mlk;s}&#10;\\&#10;\end{align*}&#10;&#10;\end{document}"/>
  <p:tag name="IGUANATEXSIZE" val="16"/>
  <p:tag name="IGUANATEXCURSOR" val="247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3.337"/>
  <p:tag name="ORIGINALWIDTH" val="2879.64"/>
  <p:tag name="OUTPUTTYPE" val="PNG"/>
  <p:tag name="IGUANATEXVERSION" val="159"/>
  <p:tag name="LATEXADDIN" val="\documentclass{article}&#10;\usepackage{amsmath,bm,eufrak}&#10;\pagestyle{empty}&#10;\begin{document}&#10;&#10;\begin{align*}&#10;\mathfrak{D}_{mlk;\bar{1}}&#10;&amp; =&#10;\frac{1}{(k+1)(k+2)}&#10;\sqrt{&#10;\frac&#10;{\left(\left(l-1\right)^2-m^2\right)\left(l^2-m^2\right)}&#10;{(2l-3)(2l-1)^{2}(2l+1)}&#10;}&#10;\\&#10;\mathfrak{D}_{mlk;0}&#10;&amp; =&#10;\frac{1}{k+1}&#10;\frac&#10;{2l^2-2m^2+2l-1}{(2l-1)(2l+3)}&#10;\\&#10;\mathfrak{D}_{mlk;1}&#10;&amp; =&#10;\frac{1}{k+1}&#10;\sqrt{&#10;\frac&#10;{\left(\left(l+1\right)^2-m^2\right)\left(\left(l+2\right)^2-m^2\right)}&#10;{(2l+1)(2l+3)^{2}(2l+5)}&#10;}&#10;\end{align*}&#10;&#10;\end{document}"/>
  <p:tag name="IGUANATEXSIZE" val="16"/>
  <p:tag name="IGUANATEXCURSOR" val="35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55.23"/>
  <p:tag name="ORIGINALWIDTH" val="4921.635"/>
  <p:tag name="OUTPUTTYPE" val="PNG"/>
  <p:tag name="IGUANATEXVERSION" val="159"/>
  <p:tag name="LATEXADDIN" val="\documentclass{article}&#10;\usepackage{amsmath,bm,eufrak}&#10;\pagestyle{empty}&#10;\begin{document}&#10;&#10;\begin{align*}&#10;\mathfrak{G}_{\left(lk\right)_{12}\left(su\right)_{12}w}^{\left(W\left(\kappa\right)_{12}d\right)}&#10;&amp; = &#10;(-1)^{u_{1}+u_{2}+w}&#10;\left(\frac{W}{2}\right)^{d}&#10;\Gamma\left[\frac{\mathfrak{L}_{12}}{W}+w-\delta_{s_{1}\bar{1}}-\delta_{s_{2}\bar{1}}+1\right]&#10;\mathfrak{H}_{\left(lk;s\left(\mathcal{K}-u\right)\right)_{12}\left(\mathcal{K}_{1}+\mathcal{K}_{2}-w\right)}^{W\left(\kappa\right)_{12}}&#10;\\&#10;\mathfrak{H}_{\left(lk;s\mathcal{U}\right)_{12}\mathcal{W}}^{W\left(\kappa\right)_{12}}&#10;&amp; = &#10;\sum_{x=\text{Max}\left\{0,\mathcal{W}-\mathcal{U}_{2}\right\}}^{\text{Min}\left\{\mathcal{U}_{1},\mathcal{W}\right\}}&#10;\mathfrak{h}_{\left(\alpha k;s\mathcal{U}\right)_{1}x}^{\left(W\kappa_{1}\right)}&#10;\mathfrak{h}_{\left(\alpha k;s\mathcal{U}\right)_{2}\left(\mathcal{W}-x\right)}^{\left(W\kappa_{2}\right)}&#10;\\&#10;\mathfrak{h}_{\alpha k;s\mathcal{U}x}^{\left(W\kappa\right)}&#10;&amp; =&#10;\frac{1}{\sqrt{k!\alpha!}}&#10;\begin{pmatrix}&#10;\mathcal{K} \\&#10;\mathcal{U}&#10;\end{pmatrix}&#10;\begin{pmatrix}&#10;\mathcal{U} \\&#10;x&#10;\end{pmatrix}&#10;\alpha^{\underline{x}}&#10;\left(1 + \kappa \mathfrak{h}_{\alpha k;sx}^{\left(W\right)}\right)&#10;\\&#10;\mathfrak{h}_{\alpha k;1x}^{\left(W\right)}&#10;&amp;=&#10;k-x&#10;+\frac&#10;{2x(2x(k+\delta_{W,2}-x)+\delta_{W,1})}&#10;{\alpha+1-x}&#10;+\frac&#10;{4x(-k+x-\delta_{W,2})(x-1)}&#10;{\alpha+2-x}&#10;\\&#10;\mathfrak{h}_{\alpha k;0x}^{\left(W\right)}&#10;&amp;=&#10;k+x&#10;+\frac&#10;{2x\left(k-\delta_{W,1}\left(x-1\right)+\delta_{W,2}x\right)}&#10;{\alpha+1-x}&#10;+&#10;\delta_{W,1}&#10;\frac&#10;{4(x-1)x}&#10;{\alpha+2-x}&#10;\\&#10;\mathfrak{h}_{\alpha k;\bar{1}x}^{\left(W\right)}&#10;&amp; =&#10;-(k+1+x)(k+2+x)+2x-1&#10;+&#10;\delta_{W,1}&#10;\left(&#10;\frac&#10;{6x(k+2-x)}&#10;{\alpha+1-x}&#10;+\frac&#10;{12x(x-1)}&#10;{\alpha+2-x}&#10;\right)&#10;\\&#10;\end{align*}&#10;&#10;\end{document}"/>
  <p:tag name="IGUANATEXSIZE" val="16"/>
  <p:tag name="IGUANATEXCURSOR" val="117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4908.136"/>
  <p:tag name="OUTPUTTYPE" val="PNG"/>
  <p:tag name="IGUANATEXVERSION" val="159"/>
  <p:tag name="LATEXADDIN" val="\documentclass{article}&#10;\usepackage{amsmath,bm,eufrak}&#10;\pagestyle{empty}&#10;\begin{document}&#10;&#10;\begin{gather*}&#10;\mathfrak{L}_{12}&#10;\equiv&#10;l_{1}+l_{2}+3-W+d&#10;-\delta_{W,1}\left(\kappa_{1}+\kappa_{2}\right)&#10;\quad&#10;\mathcal{K}_{i}&#10;\equiv&#10;k_{i}+\kappa_{i}+\delta_{s_{i}\bar{1}}&#10;\quad&#10;\alpha_{i}&#10;\equiv&#10;\frac{2}{W}\left(l_{i}+\frac{1}{W}\right) + k_{i}&#10;\end{gather*}&#10;&#10;\end{document}"/>
  <p:tag name="IGUANATEXSIZE" val="16"/>
  <p:tag name="IGUANATEXCURSOR" val="14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.2032"/>
  <p:tag name="ORIGINALWIDTH" val="1923.51"/>
  <p:tag name="OUTPUTTYPE" val="PNG"/>
  <p:tag name="IGUANATEXVERSION" val="159"/>
  <p:tag name="LATEXADDIN" val="\documentclass{article}&#10;\usepackage{amsmath,bm,eufrak}&#10;\pagestyle{empty}&#10;\begin{document}&#10;&#10;\begin{equation*}&#10;\mathfrak{g}_{\left(lk\right)_{12}\left(su\right)_{12}}^{\left(W\left(\kappa\right)_{12}d\right)}&#10;=&#10;\sum_{w=u_{1}+u_{2}}^{\mathcal{K}_{1}+\mathcal{K}_{2}}&#10;\mathfrak{G}_{\left(lk\right)_{12}\left(su\right)_{12}w}^{\left(W\left(\kappa\right)_{12}d\right)}&#10;\\&#10;\end{equation*}&#10;&#10;\end{document}"/>
  <p:tag name="IGUANATEXSIZE" val="16"/>
  <p:tag name="IGUANATEXCURSOR" val="275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0.6674"/>
  <p:tag name="ORIGINALWIDTH" val="1930.259"/>
  <p:tag name="OUTPUTTYPE" val="PNG"/>
  <p:tag name="IGUANATEXVERSION" val="159"/>
  <p:tag name="LATEXADDIN" val="\documentclass{article}&#10;\usepackage{amsmath,bm,eufrak}&#10;\pagestyle{empty}&#10;\begin{document}&#10;&#10;\begin{align*}&#10;\mathfrak{J}_{\left(lk\right)_{12}\left(s\right)_{12}w}^{\left(W\left(\kappa\right)_{12}d\right)}&#10;&amp; =&#10;\mathfrak{G}_{\left(lk\right)_{12}\left(s\right)_{12}00w}^{\left(W\left(\kappa\right)_{12}d\right)}&#10;\\&#10;\mathfrak{j}_{\left(lk\right)_{12}\left(s\right)_{12}}^{\left(W\left(\kappa\right)_{12}d\right)}&#10;&amp; =&#10;\sum_{w=u}^{\mathcal{K}_{1}+\mathcal{K}_{2}}&#10;\mathfrak{G}_{\left(lk\right)_{12}\left(su\right)_{12}00w}^{\left(W\left(\kappa\right)_{12}d\right)}&#10;\\&#10;\end{align*}&#10;&#10;\end{document}"/>
  <p:tag name="IGUANATEXSIZE" val="16"/>
  <p:tag name="IGUANATEXCURSOR" val="322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5.6468"/>
  <p:tag name="ORIGINALWIDTH" val="2860.892"/>
  <p:tag name="OUTPUTTYPE" val="PNG"/>
  <p:tag name="IGUANATEXVERSION" val="159"/>
  <p:tag name="LATEXADDIN" val="\documentclass{article}&#10;\usepackage{amsmath,bm,eufrak}&#10;\pagestyle{empty}&#10;\begin{document}&#10;&#10;\begin{align*}&#10;\mathfrak{H}_{\left(lk\right)_{12}\left(s\right)_{12}uw}^{\left(W\left(\kappa\right)_{12}d\right)}&#10;&amp; =&#10;\sum_{u_{1}=0}^{\mathcal{K}_{1}}&#10;\sum_{u_{2}=0}^{\mathcal{K}_{2}}&#10;\delta_{u,u_{1}+u_{2}}&#10;\mathfrak{G}_{\left(lk\right)_{12}\left(su\right)_{12}w}^{\left(W\left(\kappa\right)_{12}d\right)}&#10;\\&#10;\mathfrak{h}_{\left(lk\right)_{12}\left(s\right)_{12}u}^{\left(W\left(\kappa\right)_{12}d\right)}&#10;&amp; =&#10;\sum_{w=u}^{\mathcal{K}_{1}+\mathcal{K}_{2}}&#10;\sum_{u_{1}=0}^{\mathcal{K}_{1}}&#10;\sum_{u_{2}=0}^{\mathcal{K}_{2}}&#10;\delta_{u,u_{1}+u_{2}}&#10;\mathfrak{G}_{\left(lk\right)_{12}\left(su\right)_{12}w}^{\left(W\left(\kappa\right)_{12}d\right)}&#10;\\&#10;\end{align*}&#10;&#10;\end{document}"/>
  <p:tag name="IGUANATEXSIZE" val="16"/>
  <p:tag name="IGUANATEXCURSOR" val="647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5.6468"/>
  <p:tag name="ORIGINALWIDTH" val="3225.347"/>
  <p:tag name="OUTPUTTYPE" val="PNG"/>
  <p:tag name="IGUANATEXVERSION" val="159"/>
  <p:tag name="LATEXADDIN" val="\documentclass{article}&#10;\usepackage{amsmath,bm,eufrak}&#10;\pagestyle{empty}&#10;\begin{document}&#10;&#10;\begin{align*}&#10;\mathfrak{I}_{\left(lk\right)_{12}\left(s\right)_{12}uw}^{\left(W\left(\kappa\right)_{12}d\right)}&#10;&amp; =&#10;\sum_{u_{1}=0}^{\mathcal{K}_{1}}&#10;\sum_{u_{2}=0}^{\mathcal{K}_{2}}&#10;\left(-1\right)^{u_{1}}\delta_{u,u_{1}+u_{2}}&#10;\mathfrak{G}_{\left(lk\right)_{12}\left(su\right)_{12}w}^{\left(W\left(\kappa\right)_{12}d\right)}&#10;\\&#10;\mathfrak{i}_{\left(lk\right)_{12}\left(s\right)_{12}u}^{\left(W\left(\kappa\right)_{12}d\right)}&#10;&amp; =&#10;\sum_{w=u}^{\mathcal{K}_{1}+\mathcal{K}_{2}}&#10;\sum_{u_{1}=0}^{\mathcal{K}_{1}}&#10;\sum_{u_{2}=0}^{\mathcal{K}_{2}}&#10;\left(-1\right)^{u_{1}}\delta_{u,u_{1}+u_{2}}&#10;\mathfrak{G}_{\left(lk\right)_{12}\left(su\right)_{12}w}^{\left(W\left(\kappa\right)_{12}d\right)}&#10;\\&#10;\end{align*}&#10;&#10;\end{document}"/>
  <p:tag name="IGUANATEXSIZE" val="16"/>
  <p:tag name="IGUANATEXCURSOR" val="106"/>
  <p:tag name="TRANSPARENCY" val="False"/>
  <p:tag name="FILENAME" val=""/>
  <p:tag name="LATEXENGINEID" val="0"/>
  <p:tag name="TEMPFOLDER" val="C:\iguanatex\"/>
  <p:tag name="LATEXFORMHEIGHT" val="719.25"/>
  <p:tag name="LATEXFORMWIDTH" val="1141.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726.659"/>
  <p:tag name="OUTPUTTYPE" val="PNG"/>
  <p:tag name="IGUANATEXVERSION" val="159"/>
  <p:tag name="LATEXADDIN" val="\documentclass{article}&#10;\usepackage{amsmath,bm,eufrak}&#10;\pagestyle{empty}&#10;\begin{document}&#10;&#10;\begin{align*}&#10;\mathfrak{K}^{(\kappa)}_{\lambda;mlk,s}&#10;&amp; =&#10;\left(1-\kappa\frac{k}{k+1}\right)\delta_{s,0}&#10;-\kappa\left(1-\gamma\lambda^2\right)&#10;\mathfrak{D}_{mlk;s}&#10;\\&#10;\end{align*}&#10;&#10;\end{document}"/>
  <p:tag name="IGUANATEXSIZE" val="16"/>
  <p:tag name="IGUANATEXCURSOR" val="247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3.337"/>
  <p:tag name="ORIGINALWIDTH" val="2879.64"/>
  <p:tag name="OUTPUTTYPE" val="PNG"/>
  <p:tag name="IGUANATEXVERSION" val="159"/>
  <p:tag name="LATEXADDIN" val="\documentclass{article}&#10;\usepackage{amsmath,bm,eufrak}&#10;\pagestyle{empty}&#10;\begin{document}&#10;&#10;\begin{align*}&#10;\mathfrak{D}_{mlk;\bar{1}}&#10;&amp; =&#10;\frac{1}{(k+1)(k+2)}&#10;\sqrt{&#10;\frac&#10;{\left(\left(l-1\right)^2-m^2\right)\left(l^2-m^2\right)}&#10;{(2l-3)(2l-1)^{2}(2l+1)}&#10;}&#10;\\&#10;\mathfrak{D}_{mlk;0}&#10;&amp; =&#10;\frac{1}{k+1}&#10;\frac&#10;{2l^2-2m^2+2l-1}{(2l-1)(2l+3)}&#10;\\&#10;\mathfrak{D}_{mlk;1}&#10;&amp; =&#10;\frac{1}{k+1}&#10;\sqrt{&#10;\frac&#10;{\left(\left(l+1\right)^2-m^2\right)\left(\left(l+2\right)^2-m^2\right)}&#10;{(2l+1)(2l+3)^{2}(2l+5)}&#10;}&#10;\end{align*}&#10;&#10;\end{document}"/>
  <p:tag name="IGUANATEXSIZE" val="16"/>
  <p:tag name="IGUANATEXCURSOR" val="35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1883.764"/>
  <p:tag name="OUTPUTTYPE" val="PNG"/>
  <p:tag name="IGUANATEXVERSION" val="159"/>
  <p:tag name="LATEXADDIN" val="\documentclass{article}&#10;\usepackage{amsmath,bm,eufrak}&#10;\pagestyle{empty}&#10;\begin{document}&#10;&#10;\begin{equation*}&#10;\delta&#10;\equiv&#10;\frac{\eta_{2}^{W}-\eta_{1}^{W}}{\eta_{2}^{W}+\eta_{1}^{W}}&#10;\quad\quad&#10;\eta^{W}&#10;\equiv&#10;\frac&#10;{2\eta_{1}^{W}\eta_{2}^{W}}&#10;{\eta_{2}^{W}+\eta_{1}^{W}}&#10;\end{equation*}&#10;&#10;\end{document}"/>
  <p:tag name="IGUANATEXSIZE" val="16"/>
  <p:tag name="IGUANATEXCURSOR" val="19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2.9583"/>
  <p:tag name="ORIGINALWIDTH" val="3091.863"/>
  <p:tag name="OUTPUTTYPE" val="PNG"/>
  <p:tag name="IGUANATEXVERSION" val="159"/>
  <p:tag name="LATEXADDIN" val="\documentclass{article}&#10;\usepackage{amsmath,bm,eufrak}&#10;\pagestyle{empty}&#10;\begin{document}&#10;&#10;\begin{equation*}&#10;\mathfrak{C}_{0}&#10;\equiv&#10;\eta^{d-2\kappa_{1}-2\kappa_{2}}&#10;\left(\sqrt{\frac{\eta}{\eta_{1}}}\right)^{\mathfrak{L}_{1}}&#10;\left(\frac{\eta}{\eta_{1}}\right)^{2\kappa_{1}}&#10;\left(\sqrt{\frac{\eta}{\eta_{2}}}\right)^{\mathfrak{L}_{2}}&#10;\left(\frac{\eta}{\eta_{2}}\right)^{2\kappa_{2}}&#10;\\&#10;\end{equation*}&#10;&#10;\end{document}"/>
  <p:tag name="IGUANATEXSIZE" val="18"/>
  <p:tag name="IGUANATEXCURSOR" val="328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9681"/>
  <p:tag name="ORIGINALWIDTH" val="4257.968"/>
  <p:tag name="OUTPUTTYPE" val="PNG"/>
  <p:tag name="IGUANATEXVERSION" val="159"/>
  <p:tag name="LATEXADDIN" val="\documentclass{article}&#10;\usepackage{amsmath,bm,eufrak}&#10;\pagestyle{empty}&#10;\begin{document}&#10;&#10;\begin{equation*}&#10;\mathfrak{L}_{i}&#10;\equiv&#10;2l_{i}+3-2\kappa_{i}\delta_{W,1}&#10;\quad\quad&#10;\mathfrak{L}_{12}&#10;\equiv&#10;\frac{\mathfrak{L}_{1}+\mathfrak{L}_{2}}{2} + d&#10;=&#10;l_{1}+l_{2}+3+d-\delta_{W,1}\left(\kappa_{1}+\kappa_{2}\right)&#10;\\&#10;\end{equation*}&#10;&#10;\end{document}"/>
  <p:tag name="IGUANATEXSIZE" val="16"/>
  <p:tag name="IGUANATEXCURSOR" val="2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4104.987"/>
  <p:tag name="OUTPUTTYPE" val="PNG"/>
  <p:tag name="IGUANATEXVERSION" val="159"/>
  <p:tag name="LATEXADDIN" val="\documentclass{article}&#10;\usepackage{amsmath,bm,eufrak}&#10;\pagestyle{empty}&#10;\begin{document}&#10;&#10;\begin{equation*}&#10;\hat{\vartheta}_{i}&#10;\equiv&#10;\sqrt{1 + \left(\lambda_{i}^2-1\right)\chi_{p_{i}}^2}&#10;\quad\quad&#10;\hat{\vartheta}^{W}&#10;\equiv&#10;\frac{\hat{\vartheta}_{1}^{W}+\hat{\vartheta}_{2}^{W}}{2}&#10;\quad\quad&#10;\hat{\chi}_{i}&#10;\equiv&#10;\frac{\lambda_{i}\hat{\chi}_{p_{i}}}{\hat{\vartheta}_{i}}&#10;\quad\quad&#10;\hat{\mathcal{N}}_{i}&#10;\equiv&#10;\sqrt{\frac{\lambda_{i}}{\hat{\vartheta}_{i}^{3}}}&#10;\end{equation*}&#10;&#10;\end{document}"/>
  <p:tag name="IGUANATEXSIZE" val="16"/>
  <p:tag name="IGUANATEXCURSOR" val="34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67.1916"/>
  <p:tag name="ORIGINALWIDTH" val="2131.983"/>
  <p:tag name="OUTPUTTYPE" val="PNG"/>
  <p:tag name="IGUANATEXVERSION" val="159"/>
  <p:tag name="LATEXADDIN" val="\documentclass{article}&#10;\usepackage{amsmath,bm,eufrak}&#10;\pagestyle{empty}&#10;\begin{document}&#10;&#10;\begin{equation*}&#10;\hat{\mathcal{V}}&#10;=&#10;\frac&#10;{\left(\sqrt{\vartheta_{1}}\right)^{\mathfrak{L}_{1}}\left(\sqrt{\vartheta_{2}}\right)^{\mathfrak{L}_{2}}}&#10;{\left(\hat{\vartheta}\hat{\Xi}\right)^{\mathfrak{L}_{12}}}&#10;\quad\quad&#10;\hat{\mathcal{U}}_{i}&#10;=&#10;\mathcal{U}_{i\left\{\chi,\phi\right\}}&#10;\end{equation*}&#10;&#10;\end{document}"/>
  <p:tag name="IGUANATEXSIZE" val="18"/>
  <p:tag name="IGUANATEXCURSOR" val="29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3229.846"/>
  <p:tag name="OUTPUTTYPE" val="PNG"/>
  <p:tag name="IGUANATEXVERSION" val="159"/>
  <p:tag name="LATEXADDIN" val="\documentclass{article}&#10;\usepackage{amsmath,bm,eufrak}&#10;\pagestyle{empty}&#10;\begin{document}&#10;&#10;\begin{equation*}&#10;\hat{\epsilon}&#10;\equiv&#10;\frac&#10;{\vartheta_{1}^{W}-\vartheta_{2}^{W}}&#10;{\vartheta_{1}^{W}+\vartheta_{2}^{W}}&#10;\quad\quad&#10;\hat{\Xi}^{W}&#10;\equiv&#10;1+\delta\hat{\epsilon}&#10;\quad\quad&#10;\hat{\eta}&#10;\equiv&#10;\frac{\eta}{\hat{\vartheta}\hat{\Xi}}&#10;\quad\quad&#10;\hat{\Delta} = \frac{\hat{\epsilon}+\delta}{1+\hat{\epsilon}\delta}&#10;\end{equation*}&#10;&#10;\end{document}"/>
  <p:tag name="IGUANATEXSIZE" val="16"/>
  <p:tag name="IGUANATEXCURSOR" val="41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4.7019"/>
  <p:tag name="ORIGINALWIDTH" val="3580.802"/>
  <p:tag name="OUTPUTTYPE" val="PNG"/>
  <p:tag name="IGUANATEXVERSION" val="159"/>
  <p:tag name="LATEXADDIN" val="\documentclass{article}&#10;\usepackage{amsmath,bm,eufrak}&#10;\pagestyle{empty}&#10;\begin{document}&#10;&#10;\begin{equation*}&#10;\hat{z}_{i}&#10;=&#10;\frac{1}{1+\delta_{W,1}\frac{\tilde{\alpha}_{i\left\{\chi,\phi\right\}}\hat{\eta}}{2}+\delta_{W,2}\beta_{i\left\{\chi,\phi\right\}}\hat{\eta}^{2}}&#10;\quad\quad&#10;\hat{\mathcal{Z}}_{i}&#10;=&#10;\frac&#10;{\delta_{W,1}+\frac{\tilde{\alpha}_{i\left\{\chi,\phi\right\}}\hat{\eta}}{2}}&#10;{\sqrt{\delta_{W,2}+\beta_{i\left\{\chi,\phi\right\}}\hat{\eta}^{2}}}&#10;\end{equation*}&#10;&#10;\end{document}"/>
  <p:tag name="IGUANATEXSIZE" val="16"/>
  <p:tag name="IGUANATEXCURSOR" val="28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2.4297"/>
  <p:tag name="ORIGINALWIDTH" val="1142.107"/>
  <p:tag name="OUTPUTTYPE" val="PNG"/>
  <p:tag name="IGUANATEXVERSION" val="159"/>
  <p:tag name="LATEXADDIN" val="\documentclass{article}&#10;\usepackage{amsmath,amssymb}&#10;\usepackage{bm}&#10;\pagestyle{empty}&#10;\begin{document}&#10;&#10;\begin{align*}&#10;\hat{\chi}_{z} &amp;\equiv \chi \\&#10;\hat{\chi}_{x} &amp;\equiv \sqrt{1-\chi^{2}}\cos\left(\phi\right) \\&#10;\hat{\chi}_{y} &amp;\equiv \sqrt{1-\chi^{2}}\sin\left(\phi\right) \\&#10;\end{align*}&#10;&#10;&#10;\end{document}"/>
  <p:tag name="IGUANATEXSIZE" val="16"/>
  <p:tag name="IGUANATEXCURSOR" val="226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1.661"/>
  <p:tag name="ORIGINALWIDTH" val="2881.89"/>
  <p:tag name="OUTPUTTYPE" val="PNG"/>
  <p:tag name="IGUANATEXVERSION" val="159"/>
  <p:tag name="LATEXADDIN" val="\documentclass{article}&#10;\usepackage{amsmath,amssymb}&#10;\usepackage{bm}&#10;\pagestyle{empty}&#10;\begin{document}&#10;&#10;\begin{align*}&#10;\hat{\phi}_{z} &amp;\equiv \text{Arg}\left\{\chi_{x} + \mathrm{i}\chi_{y}\right\} = \phi \\&#10;\hat{\phi}_{x} &amp;\equiv \text{Arg}\left\{\chi_{y} + \mathrm{i}\chi_{z}\right\} = \arctan2\left\{\chi, \sqrt{1-\chi^{2}}\sin\left(\phi\right)\right\} \\&#10;\hat{\phi}_{y} &amp;\equiv \text{Arg}\left\{\chi_{z} + \mathrm{i}\chi_{x}\right\} = \arctan2\left\{\sqrt{1-\chi^{2}}\cos\left(\phi\right), \chi\right\} \\&#10;\end{align*}&#10;&#10;&#10;\end{document}"/>
  <p:tag name="IGUANATEXSIZE" val="16"/>
  <p:tag name="IGUANATEXCURSOR" val="369"/>
  <p:tag name="TRANSPARENCY" val="True"/>
  <p:tag name="FILENAME" val=""/>
  <p:tag name="LATEXENGINEID" val="0"/>
  <p:tag name="TEMPFOLDER" val="C:\iguanatex\"/>
  <p:tag name="LATEXFORMHEIGHT" val="320"/>
  <p:tag name="LATEXFORMWIDTH" val="1083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5.8793"/>
  <p:tag name="ORIGINALWIDTH" val="5358.83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_{\left(mlk\zeta\Omega\right)_{12}}&#10;&amp; =&#10;\mathfrak{C}_{0}&#10;\left(\frac{\hbar^{2}}{2m_{0}a_{0}^{2}}\right)^{\kappa_{1}+\kappa_{2}}&#10;\int_{\mathcal{S}} \mathrm{d}\Omega\,&#10;\hat{\mathcal{V}}&#10;\hat{\Sigma}&#10;\hat{\mathcal{Q}}&#10;\\&#10;\hat{\mathcal{Q}}&#10;&amp; =&#10;\frac{1}{2\pi}&#10;\left(\delta_{m_{1}0} + \sqrt{2}\left(1-\delta_{m_{1}0}\right)\right)&#10;\left(\delta_{m_{2}0} + \sqrt{2}\left(1-\delta_{m_{2}0}\right)\right)&#10;\mathcal{Z}\left\{\mathrm{e}^{\mathrm{i}m_{1}\phi_{p_{1}}},\xi_{1}\right\}&#10;\mathcal{Z}\left\{\mathrm{e}^{\mathrm{i}m_{2}\phi_{p_{2}}},\xi_{2}\right\}&#10;\\&#10;\hat{\Sigma}&#10;&amp; =&#10;\sum_{i}&#10;\tilde{\mathfrak{U}}_{i}&#10;\hat{\mathcal{U}}_{i}&#10;\hat{\Sigma}_{i}&#10;\\&#10;\end{align*}&#10;&#10;\end{document}"/>
  <p:tag name="IGUANATEXSIZE" val="20"/>
  <p:tag name="IGUANATEXCURSOR" val="756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9.565"/>
  <p:tag name="ORIGINALWIDTH" val="5787.027"/>
  <p:tag name="OUTPUTTYPE" val="PNG"/>
  <p:tag name="IGUANATEXVERSION" val="159"/>
  <p:tag name="LATEXADDIN" val="\documentclass{article}&#10;\usepackage{amsmath,bm,eufrak}&#10;\pagestyle{empty}&#10;\begin{document}&#10;&#10;\begin{align*}&#10;\hat{\mathcal{P}}_{\left(s\right)_{12}}&#10;&amp; =&#10;\frac{\mathfrak{K}^{(\kappa)_{1}}_{\left(mlk;s\right)_{1}}}{\left(\frac{\hat{\eta}\vartheta_{1}}{\eta_{1}}\right)^{W\delta_{s_{1},-1}}}&#10;\frac{\mathfrak{K}^{(\kappa)_{2}}_{\left(mlk;s\right)_{2}}}{\left(\frac{\hat{\eta}\vartheta_{2}}{\eta_{2}}\right)^{W\delta_{s_{2},-1}}}&#10;\hat{\mathcal{P}}_{1}&#10;\hat{\mathcal{P}}_{2}&#10;\\&#10;\mathfrak{K}^{(\kappa)}_{mlk;s}&#10;&amp; =&#10;\delta_{s,0}\left(1-\kappa\frac{k}{k+1}\right)&#10;-\kappa\left(1-\gamma\lambda^{2}\right)\left(&#10;\delta_{s,0}\frac{1}{k+1}\mathfrak{Y}_{lm}^{(0)}&#10;+\delta_{s,+1}\frac{1}{k+1}\mathfrak{Y}_{lm}^{(+1)}&#10;+\delta_{s,-1}\frac{1}{(k+1)(k+2)}\mathfrak{Y}_{lm}^{(-1)}&#10;\right)&#10;\\&#10;\hat{\mathcal{P}}_{j}&#10;&amp; = &#10;\hat{\mathcal{N}}_{j}&#10;\mathcal{P}_{(l+2s_j)m\left\{\hat{\chi}_{j}\right\}}&#10;\\&#10;\mathcal{P}_{lm\left\{\chi\right\}}&#10;&amp; = &#10;\sqrt{\frac{(2l+1)\left(l-m\right)!}{2\left(l+m\right)!}}&#10;P_{lm\left\{\chi\right\}}&#10;\end{align*}&#10;&#10;\end{document}"/>
  <p:tag name="IGUANATEXSIZE" val="18"/>
  <p:tag name="IGUANATEXCURSOR" val="839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6.4267"/>
  <p:tag name="ORIGINALWIDTH" val="3835.771"/>
  <p:tag name="OUTPUTTYPE" val="PNG"/>
  <p:tag name="IGUANATEXVERSION" val="159"/>
  <p:tag name="LATEXADDIN" val="\documentclass{article}&#10;\usepackage{amsmath,bm,eufrak}&#10;\pagestyle{empty}&#10;\begin{document}&#10;&#10;\begin{align*}&#10;\Delta \ne 0, z \ne 1&#10;\quad &amp;: \quad&#10;\mathcal{F}_{\left(u\right)_{12}\left\{L\Delta z \right\}}&#10;= &#10;\left(1-z(1+\Delta)\right)^{u_{1}}\left(1-z(1-\Delta)\right)^{u_{2}}z^{\frac{L}{W}}&#10;\\&#10;\Delta = 0, z \ne 1&#10;\quad &amp;: \quad&#10;\mathcal{F}_{u\left\{L z\right\}}&#10;= &#10;\left(1-z\right)^{u}z^{\frac{L}{W}}&#10;\\&#10;\Delta \ne 0, z = 1&#10;\quad &amp;: \quad&#10;\mathcal{F}_{u\left\{\Delta\right\}}&#10;= &#10;\Delta^{u}&#10;\\&#10;\end{align*}&#10;&#10;\end{document}"/>
  <p:tag name="IGUANATEXSIZE" val="16"/>
  <p:tag name="IGUANATEXCURSOR" val="45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.721"/>
  <p:tag name="ORIGINALWIDTH" val="4552.681"/>
  <p:tag name="OUTPUTTYPE" val="PNG"/>
  <p:tag name="IGUANATEXVERSION" val="159"/>
  <p:tag name="LATEXADDIN" val="\documentclass{article}&#10;\usepackage{amsmath,bm,eufrak}&#10;\pagestyle{empty}&#10;\begin{document}&#10;&#10;\begin{equation*}&#10;\hat{\mathcal{F}}_{i\left(su\right)_{12}}&#10;=&#10;\mathcal{F}_{\left(u\right)_{12}\left\{&#10;\left(\mathfrak{L}_{12}-W\delta_{s_{1}\bar{1}}-W\delta_{s_{2}\bar{1}}\right)\hat{\Delta}\hat{z}_{i}&#10;\right\}}&#10;\quad\quad&#10;\hat{\mathcal{G}}_{i\left(s\right)_{12}w}&#10;=&#10;\mathcal{G}_{\left\{\left(\mathfrak{L}_{12}-W\delta_{s_{1}\bar{1}}-W\delta_{s_{2}\bar{1}}+Ww\right)\hat{\mathcal{Z}}_{i}\right\}}^{(W)}&#10;\end{equation*}&#10;&#10;\end{document}"/>
  <p:tag name="IGUANATEXSIZE" val="18"/>
  <p:tag name="IGUANATEXCURSOR" val="393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2928.384"/>
  <p:tag name="OUTPUTTYPE" val="PNG"/>
  <p:tag name="IGUANATEXVERSION" val="159"/>
  <p:tag name="LATEXADDIN" val="\documentclass{article}&#10;\usepackage{amsmath,bm,eufrak}&#10;\pagestyle{empty}&#10;\begin{document}&#10;&#10;\begin{align*}&#10;\hat{\Sigma}_{i}&#10;&amp; = &#10;\sum_{s_{1}=-\kappa_{1}}^{+\kappa_{1}}&#10;\sum_{s_{2}=-\kappa_{2}}^{+\kappa_{2}}&#10;\sum_{\left(u\right)_{12}w}&#10;\mathfrak{G}_{\left(su\right)_{12}w}&#10;\hat{\mathcal{P}}_{\left(s\right)_{12}}&#10;\hat{\mathcal{F}}_{i\left(su\right)_{12}}&#10;\hat{\mathcal{G}}_{i\left(s\right)_{12}w}&#10;\end{align*}&#10;&#10;\end{document}"/>
  <p:tag name="IGUANATEXSIZE" val="18"/>
  <p:tag name="IGUANATEXCURSOR" val="245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5.1856"/>
  <p:tag name="ORIGINALWIDTH" val="5145.107"/>
  <p:tag name="OUTPUTTYPE" val="PNG"/>
  <p:tag name="IGUANATEXVERSION" val="159"/>
  <p:tag name="LATEXADDIN" val="\documentclass{article}&#10;\usepackage{amsmath,bm,eufrak}&#10;\pagestyle{empty}&#10;\begin{document}&#10;&#10;\begin{align*}&#10;(W = 1\text{ and }\beta \ne 0)\text{ or }(W = 2\text{ and }\tilde{\alpha} \ne 0)&#10;\quad &amp;: \quad&#10;\mathcal{G}_{L\left\{\mathcal{Z}\right\}}^{(1)}&#10;=&#10;\frac{\sqrt{\pi}}{\Gamma\left[\frac{L+1}{2}\right]}&#10;\mathcal{Z}^{L}&#10;h_{L\left\{\mathcal{Z}\right\}}&#10;\quad\quad&#10;\mathcal{G}_{L\left\{\mathcal{Z}\right\}}^{(2)}&#10;=&#10;h_{L\left\{\mathcal{Z}\right\}}&#10;\\&#10;(W = 1\text{ and }\beta = 0)&#10;\text{ or }&#10;(W = 2\text{ and }\tilde{\alpha} = 0)&#10;\quad &amp;: \quad&#10;\mathcal{G}^{(W)}&#10;=&#10;1&#10;\\&#10;\end{align*}&#10;&#10;\end{document}"/>
  <p:tag name="IGUANATEXSIZE" val="16"/>
  <p:tag name="IGUANATEXCURSOR" val="417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3097.113"/>
  <p:tag name="OUTPUTTYPE" val="PNG"/>
  <p:tag name="IGUANATEXVERSION" val="159"/>
  <p:tag name="LATEXADDIN" val="\documentclass{article}&#10;\usepackage{amsmath,bm,eufrak}&#10;\pagestyle{empty}&#10;\begin{document}&#10;&#10;\begin{align*}&#10;\hat{\Sigma}_{i}&#10;&amp; =&#10;\sum_{s_{1}=-\kappa_{1}}^{+\kappa_{1}}&#10;\sum_{s_{2}=-\kappa_{2}}^{+\kappa_{2}}&#10;\sum_{\left(u\right)_{12}w}&#10;\mathfrak{G}_{\left(s\right)_{12}\left(u\right)_{12}w}&#10;\hat{\mathcal{P}}_{\left(s\right)_{12}}&#10;\hat{\mathcal{F}}_{i\left(su\right)_{12}}&#10;\hat{\mathcal{G}}_{i\left(s\right)_{12}w}&#10;\end{align*}&#10;&#10;\end{document}"/>
  <p:tag name="IGUANATEXSIZE" val="18"/>
  <p:tag name="IGUANATEXCURSOR" val="244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.721"/>
  <p:tag name="ORIGINALWIDTH" val="2911.886"/>
  <p:tag name="OUTPUTTYPE" val="PNG"/>
  <p:tag name="IGUANATEXVERSION" val="159"/>
  <p:tag name="LATEXADDIN" val="\documentclass{article}&#10;\usepackage{amsmath,bm,eufrak}&#10;\pagestyle{empty}&#10;\begin{document}&#10;&#10;\begin{equation*}&#10;\tilde{\alpha},\beta \ne 0&#10;\quad : \quad&#10;\hat{\mathcal{G}}_{i\left(s\right)_{12}w}&#10;=&#10;\mathcal{G}_{\left\{\left(\mathfrak{L}_{12}-W\delta_{s_{1}\bar{1}}-W\delta_{s_{2}\bar{1}}+Ww\right)\hat{\mathcal{Z}}_{i}\right\}}^{(W)}&#10;\\&#10;\end{equation*}&#10;&#10;\end{document}"/>
  <p:tag name="IGUANATEXSIZE" val="16"/>
  <p:tag name="IGUANATEXCURSOR" val="229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3.7008"/>
  <p:tag name="ORIGINALWIDTH" val="2501.687"/>
  <p:tag name="OUTPUTTYPE" val="PNG"/>
  <p:tag name="IGUANATEXVERSION" val="159"/>
  <p:tag name="LATEXADDIN" val="\documentclass{article}&#10;\usepackage{amsmath,bm,eufrak}&#10;\pagestyle{empty}&#10;\begin{document}&#10;&#10;\begin{align*}&#10;\hat{\Sigma}_{i}&#10;&amp; =&#10;\sum_{s_{1}=-\kappa_{1}}^{+\kappa_{1}}&#10;\sum_{s_{2}=-\kappa_{2}}^{+\kappa_{2}}&#10;\sum_{\left(u\right)_{12}}&#10;\mathfrak{g}_{\left(s\right)_{12}\left(u\right)_{12}}&#10;\hat{\mathcal{P}}_{\left(s\right)_{12}}&#10;\hat{\mathcal{F}}_{i\left(su\right)_{12}}&#10;\\&#10;\end{align*}&#10;&#10;\end{document}"/>
  <p:tag name="IGUANATEXSIZE" val="18"/>
  <p:tag name="IGUANATEXCURSOR" val="243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4115.485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&#10;=&#10;1&#10;\\&#10;\end{equation*}&#10;&#10;\end{document}"/>
  <p:tag name="IGUANATEXSIZE" val="16"/>
  <p:tag name="IGUANATEXCURSOR" val="272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9.475"/>
  <p:tag name="ORIGINALWIDTH" val="3193.101"/>
  <p:tag name="OUTPUTTYPE" val="PNG"/>
  <p:tag name="IGUANATEXVERSION" val="159"/>
  <p:tag name="LATEXADDIN" val="\documentclass{article}&#10;\usepackage{amsmath,bm,eufrak}&#10;\pagestyle{empty}&#10;\begin{document}&#10;&#10;\begin{align*}&#10;\Delta \ne 0, z \ne 1&#10;\quad &amp;: \quad&#10;\hat{\mathcal{F}}_{i\left(su\right)_{12}}&#10;=&#10;\mathcal{F}_{\left(u\right)_{12}\left\{&#10;\left(\mathfrak{L}_{12}-W\delta_{s_{1}\bar{1}}-W\delta_{s_{2}\bar{1}}\right)\hat{\Delta}\hat{z}_{i}&#10;\right\}}&#10;\\&#10;\end{align*}&#10;&#10;\end{document}"/>
  <p:tag name="IGUANATEXSIZE" val="16"/>
  <p:tag name="IGUANATEXCURSOR" val="242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/>
  <p:tag name="IGUANATEXSIZE" val="16"/>
  <p:tag name="IGUANATEXCURSOR" val="216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.721"/>
  <p:tag name="ORIGINALWIDTH" val="5939.257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left(s\right)_{12}w}&#10;=&#10;\mathcal{G}_{\left\{\left(\mathfrak{L}_{12}-W\delta_{s_{1}\bar{1}}-W\delta_{s_{2}\bar{1}}+Ww\right)\hat{\mathcal{Z}}_{i}\right\}}^{(W)}&#10;\\&#10;\end{equation*}&#10;&#10;\end{document}"/>
  <p:tag name="IGUANATEXSIZE" val="16"/>
  <p:tag name="IGUANATEXCURSOR" val="33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2540.682"/>
  <p:tag name="OUTPUTTYPE" val="PNG"/>
  <p:tag name="IGUANATEXVERSION" val="159"/>
  <p:tag name="LATEXADDIN" val="\documentclass{article}&#10;\usepackage{amsmath,bm,eufrak}&#10;\pagestyle{empty}&#10;\begin{document}&#10;&#10;\begin{align*}&#10;\hat{\Sigma}_{i}&#10;&amp; = &#10;\sum_{s_{1}=-\kappa_{1}}^{+\kappa_{1}}&#10;\sum_{s_{2}=-\kappa_{2}}^{+\kappa_{2}}&#10;\sum_{uw}&#10;\mathfrak{I}_{\left(s\right)_{12}uw}&#10;\hat{\mathcal{P}}_{\left(s\right)_{12}}&#10;\hat{\Delta}^{u}&#10;\hat{\mathcal{G}}_{i\left(s\right)_{12}w}&#10;\end{align*}&#10;&#10;\end{document}"/>
  <p:tag name="IGUANATEXSIZE" val="18"/>
  <p:tag name="IGUANATEXCURSOR" val="227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088.864"/>
  <p:tag name="OUTPUTTYPE" val="PNG"/>
  <p:tag name="IGUANATEXVERSION" val="159"/>
  <p:tag name="LATEXADDIN" val="\documentclass{article}&#10;\usepackage{amsmath,bm,eufrak}&#10;\pagestyle{empty}&#10;\begin{document}&#10;&#10;\begin{equation*}&#10;\tilde{\alpha},\beta = 0&#10;\quad:\quad&#10;\hat{\mathcal{G}} = 1&#10;\\&#10;\end{equation*}&#10;&#10;\end{document}"/>
  <p:tag name="IGUANATEXSIZE" val="16"/>
  <p:tag name="IGUANATEXCURSOR" val="16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2027.746"/>
  <p:tag name="OUTPUTTYPE" val="PNG"/>
  <p:tag name="IGUANATEXVERSION" val="159"/>
  <p:tag name="LATEXADDIN" val="\documentclass{article}&#10;\usepackage{amsmath,bm,eufrak}&#10;\pagestyle{empty}&#10;\begin{document}&#10;&#10;\begin{align*}&#10;\hat{\Sigma}_{i}&#10;&amp; =&#10;\sum_{s_{1}=-\kappa_{1}}^{+\kappa_{1}}&#10;\sum_{s_{2}=-\kappa_{2}}^{+\kappa_{2}}&#10;\sum_{u}&#10;\mathfrak{i}_{\left(s\right)_{12}u}&#10;\hat{\mathcal{P}}_{\left(s\right)_{12}}&#10;\hat{\Delta}^{u}&#10;\\&#10;\end{align*}&#10;&#10;\end{document}"/>
  <p:tag name="IGUANATEXSIZE" val="18"/>
  <p:tag name="IGUANATEXCURSOR" val="225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.7319"/>
  <p:tag name="ORIGINALWIDTH" val="1505.062"/>
  <p:tag name="OUTPUTTYPE" val="PNG"/>
  <p:tag name="IGUANATEXVERSION" val="159"/>
  <p:tag name="LATEXADDIN" val="\documentclass{article}&#10;\usepackage{amsmath,bm,eufrak}&#10;\pagestyle{empty}&#10;\begin{document}&#10;&#10;\begin{align*}&#10;\Delta \ne 0, z = 1&#10;\quad &amp;: \quad&#10;\hat{\mathcal{F}}_{u} = \hat{\Delta}^{u}&#10;\\&#10;\end{align*}&#10;&#10;\end{document}"/>
  <p:tag name="IGUANATEXSIZE" val="16"/>
  <p:tag name="IGUANATEXCURSOR" val="177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4115.485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\ne 0\text{ and }\beta = 0)&#10;\text{ or }&#10;(W = 2\text{ and }\tilde{\alpha} = 0\text{ and }\beta \ne 0)&#10;\quad:\quad&#10;\hat{\mathcal{G}} = 1&#10;\\&#10;\end{equation*}&#10;&#10;\end{document}"/>
  <p:tag name="IGUANATEXSIZE" val="16"/>
  <p:tag name="IGUANATEXCURSOR" val="272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2295.463"/>
  <p:tag name="OUTPUTTYPE" val="PNG"/>
  <p:tag name="IGUANATEXVERSION" val="159"/>
  <p:tag name="LATEXADDIN" val="\documentclass{article}&#10;\usepackage{amsmath,bm,eufrak}&#10;\pagestyle{empty}&#10;\begin{document}&#10;&#10;\begin{align*}&#10;\hat{\Sigma}_{i}&#10;&amp; = &#10;\sum_{s_{1}=-\kappa_{1}}^{+\kappa_{1}}&#10;\sum_{s_{2}=-\kappa_{2}}^{+\kappa_{2}}&#10;\sum_{u}&#10;\mathfrak{h}_{\left(s\right)_{12}u}&#10;\hat{\mathcal{P}}_{\left(s\right)_{12}}&#10;\hat{\mathcal{F}}_{i\left(s\right)_{12}u}&#10;\end{align*}&#10;&#10;\end{document}"/>
  <p:tag name="IGUANATEXSIZE" val="18"/>
  <p:tag name="IGUANATEXCURSOR" val="226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2798.65"/>
  <p:tag name="OUTPUTTYPE" val="PNG"/>
  <p:tag name="IGUANATEXVERSION" val="159"/>
  <p:tag name="LATEXADDIN" val="\documentclass{article}&#10;\usepackage{amsmath,bm,eufrak}&#10;\pagestyle{empty}&#10;\begin{document}&#10;&#10;\begin{align*}&#10;\hat{\Sigma}_{i}&#10;&amp; = &#10;\sum_{s_{1}=-\kappa_{1}}^{+\kappa_{1}}&#10;\sum_{s_{2}=-\kappa_{2}}^{+\kappa_{2}}&#10;\sum_{uw}&#10;\mathfrak{H}_{\left(s\right)_{12}uw}&#10;\hat{\mathcal{P}}_{\left(s\right)_{12}}&#10;\hat{\mathcal{F}}_{i\left(s\right)_{12}u}&#10;\hat{\mathcal{G}}_{i\left(s\right)_{12}w}&#10;\end{align*}&#10;&#10;\end{document}"/>
  <p:tag name="IGUANATEXSIZE" val="18"/>
  <p:tag name="IGUANATEXCURSOR" val="227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.721"/>
  <p:tag name="ORIGINALWIDTH" val="2913.386"/>
  <p:tag name="OUTPUTTYPE" val="PNG"/>
  <p:tag name="IGUANATEXVERSION" val="159"/>
  <p:tag name="LATEXADDIN" val="\documentclass{article}&#10;\usepackage{amsmath,bm,eufrak}&#10;\pagestyle{empty}&#10;\begin{document}&#10;&#10;\begin{equation*}&#10;\tilde{\alpha},\beta \ne 0&#10;\quad : \quad&#10;\hat{\mathcal{G}}_{i\left(s\right)_{12}w}&#10;=&#10;\mathcal{G}_{\left\{\left(\mathcal{L}_{12}-W\delta_{s_{1}\bar{1}}-W\delta_{s_{2}\bar{1}}+Ww\right)\hat{\mathcal{Z}}_{i}\right\}}^{(W)}&#10;\\&#10;\end{equation*}&#10;&#10;\end{document}"/>
  <p:tag name="IGUANATEXSIZE" val="16"/>
  <p:tag name="IGUANATEXCURSOR" val="189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9.475"/>
  <p:tag name="ORIGINALWIDTH" val="2942.632"/>
  <p:tag name="OUTPUTTYPE" val="PNG"/>
  <p:tag name="IGUANATEXVERSION" val="159"/>
  <p:tag name="LATEXADDIN" val="\documentclass{article}&#10;\usepackage{amsmath,bm,eufrak}&#10;\pagestyle{empty}&#10;\begin{document}&#10;&#10;\begin{equation*}&#10;\Delta = 0, z \ne 1&#10;\quad : \quad&#10;\hat{\mathcal{F}}_{i\left(s\right)_{12}u}&#10;=&#10;\mathcal{F}_{u\left\{\left(\mathfrak{L}_{12}-W\delta_{s_{1}\bar{1}}-W\delta_{s_{2}\bar{1}}\right)\hat{z}_{i}\right\}}&#10;\\&#10;\end{equation*}&#10;&#10;\end{document}"/>
  <p:tag name="IGUANATEXSIZE" val="16"/>
  <p:tag name="IGUANATEXCURSOR" val="223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\ne 1&#10;\text{ when }&#10;(W = 1\text{ and }\tilde{\alpha} \ne 0)&#10;\text{ or }&#10;(W = 2\text{ and }\beta \ne 0)&#10;\\&#10;\end{equation*}&#10;&#10;\end{document}"/>
  <p:tag name="IGUANATEXSIZE" val="16"/>
  <p:tag name="IGUANATEXCURSOR" val="114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.721"/>
  <p:tag name="ORIGINALWIDTH" val="5939.257"/>
  <p:tag name="OUTPUTTYPE" val="PNG"/>
  <p:tag name="IGUANATEXVERSION" val="159"/>
  <p:tag name="LATEXADDIN" val="\documentclass{article}&#10;\usepackage{amsmath,bm,eufrak}&#10;\pagestyle{empty}&#10;\begin{document}&#10;&#10;\begin{equation*}&#10;(W = 1\text{ and }\tilde{\alpha} = 0\text{ and }\beta \ne 0)&#10;\text{ or }&#10;(W = 2\text{ and }\tilde{\alpha} \ne 0\text{ and }\beta = 0)&#10;\quad : \quad&#10;\hat{\mathcal{G}}_{i\left(s\right)_{12}w}&#10;=&#10;\mathcal{G}_{\left\{\left(\mathfrak{L}_{12}-W\delta_{s_{1}\bar{1}}-W\delta_{s_{2}\bar{1}}+Ww\right)\hat{\mathcal{Z}}_{i}\right\}}^{(W)}&#10;\\&#10;\end{equation*}&#10;&#10;\end{document}"/>
  <p:tag name="IGUANATEXSIZE" val="16"/>
  <p:tag name="IGUANATEXCURSOR" val="33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2312.711"/>
  <p:tag name="OUTPUTTYPE" val="PNG"/>
  <p:tag name="IGUANATEXVERSION" val="159"/>
  <p:tag name="LATEXADDIN" val="\documentclass{article}&#10;\usepackage{amsmath,bm,eufrak}&#10;\pagestyle{empty}&#10;\begin{document}&#10;&#10;\begin{align*}&#10;\hat{\Sigma}_{i}&#10;&amp; = &#10;\sum_{s_{1}=-\kappa_{1}}^{+\kappa_{1}}&#10;\sum_{s_{2}=-\kappa_{2}}^{+\kappa_{2}}&#10;\sum_{w}&#10;\mathfrak{J}_{\left(s\right)_{12}w}&#10;\hat{\mathcal{P}}_{\left(s\right)_{12}}&#10;\hat{\mathcal{G}}_{i\left(s\right)_{12}w}&#10;\end{align*}&#10;&#10;\end{document}"/>
  <p:tag name="IGUANATEXSIZE" val="18"/>
  <p:tag name="IGUANATEXCURSOR" val="290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935.133"/>
  <p:tag name="OUTPUTTYPE" val="PNG"/>
  <p:tag name="IGUANATEXVERSION" val="159"/>
  <p:tag name="LATEXADDIN" val="\documentclass{article}&#10;\usepackage{amsmath,bm,eufrak}&#10;\pagestyle{empty}&#10;\begin{document}&#10;&#10;\begin{equation*}&#10;z = 1&#10;\text{ when }&#10;(W = 1\text{ and }\tilde{\alpha} = 0)&#10;\text{ or }&#10;(W = 2\text{ and }\beta = 0)&#10;\\&#10;\end{equation*}&#10;&#10;\end{document}"/>
  <p:tag name="IGUANATEXSIZE" val="16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505.812"/>
  <p:tag name="OUTPUTTYPE" val="PNG"/>
  <p:tag name="IGUANATEXVERSION" val="159"/>
  <p:tag name="LATEXADDIN" val="\documentclass{article}&#10;\usepackage{amsmath,bm,eufrak}&#10;\pagestyle{empty}&#10;\begin{document}&#10;&#10;\begin{align*}&#10;\Delta = 0, z = 1&#10;\quad &amp;: \quad&#10;\hat{\mathcal{F}}_{u}&#10;= &#10;\delta_{u0}&#10;\\&#10;\end{align*}&#10;&#10;\end{document}"/>
  <p:tag name="IGUANATEXSIZE" val="16"/>
  <p:tag name="IGUANATEXCURSOR" val="156"/>
  <p:tag name="TRANSPARENCY" val="True"/>
  <p:tag name="FILENAME" val=""/>
  <p:tag name="LATEXENGINEID" val="0"/>
  <p:tag name="TEMPFOLDER" val="C:\iguanatex\"/>
  <p:tag name="LATEXFORMHEIGHT" val="463"/>
  <p:tag name="LATEXFORMWIDTH" val="1141.5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1088.864"/>
  <p:tag name="OUTPUTTYPE" val="PNG"/>
  <p:tag name="IGUANATEXVERSION" val="159"/>
  <p:tag name="LATEXADDIN" val="\documentclass{article}&#10;\usepackage{amsmath,bm,eufrak}&#10;\pagestyle{empty}&#10;\begin{document}&#10;&#10;\begin{equation*}&#10;\tilde{\alpha},\beta = 0&#10;\quad:\quad&#10;\hat{\mathcal{G}} = 1&#10;\\&#10;\end{equation*}&#10;&#10;\end{document}"/>
  <p:tag name="IGUANATEXSIZE" val="16"/>
  <p:tag name="IGUANATEXCURSOR" val="166"/>
  <p:tag name="TRANSPARENCY" val="True"/>
  <p:tag name="FILENAME" val=""/>
  <p:tag name="LATEXENGINEID" val="0"/>
  <p:tag name="TEMPFOLDER" val="C:\iguanatex\"/>
  <p:tag name="LATEXFORMHEIGHT" val="463"/>
  <p:tag name="LATEXFORMWIDTH" val="1155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1592.801"/>
  <p:tag name="OUTPUTTYPE" val="PNG"/>
  <p:tag name="IGUANATEXVERSION" val="159"/>
  <p:tag name="LATEXADDIN" val="\documentclass{article}&#10;\usepackage{amsmath,bm,eufrak}&#10;\pagestyle{empty}&#10;\begin{document}&#10;&#10;\begin{align*}&#10;\hat{\Sigma}_{i}&#10;&amp; = &#10;\sum_{s_{1}=-\kappa_{1}}^{+\kappa_{1}}&#10;\sum_{s_{2}=-\kappa_{2}}^{+\kappa_{2}}&#10;\mathfrak{j}_{\left(s\right)_{12}}&#10;\hat{\mathcal{P}}_{\left(s\right)_{12}}&#10;\\&#10;\end{align*}&#10;&#10;\end{document}"/>
  <p:tag name="IGUANATEXSIZE" val="18"/>
  <p:tag name="IGUANATEXCURSOR" val="217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189102</TotalTime>
  <Words>402</Words>
  <Application>Microsoft Office PowerPoint</Application>
  <PresentationFormat>Widescreen</PresentationFormat>
  <Paragraphs>97</Paragraphs>
  <Slides>51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Georgia</vt:lpstr>
      <vt:lpstr>LucidaGrande</vt:lpstr>
      <vt:lpstr>UB Powerpoint Template</vt:lpstr>
      <vt:lpstr>SINGLE VALLEY Basis</vt:lpstr>
      <vt:lpstr>Generalized single-valley basis states</vt:lpstr>
      <vt:lpstr>Generalized single-valley basis states</vt:lpstr>
      <vt:lpstr>Integrable Potentials</vt:lpstr>
      <vt:lpstr>Form of integrable potential</vt:lpstr>
      <vt:lpstr>Core MATRIX ELEMENT Derivation</vt:lpstr>
      <vt:lpstr>A. FULL Integrand REfinement</vt:lpstr>
      <vt:lpstr>A1. Integration Formula for Matrix Element</vt:lpstr>
      <vt:lpstr>A2. Submatrix element integrand refined</vt:lpstr>
      <vt:lpstr>A3. Rescaling of radial coordinate</vt:lpstr>
      <vt:lpstr>A4. Radial integrand further refined</vt:lpstr>
      <vt:lpstr>A5. Radial integrand restated and formalized</vt:lpstr>
      <vt:lpstr>A6. Full integral restated</vt:lpstr>
      <vt:lpstr>A7. Full integral restated</vt:lpstr>
      <vt:lpstr>A8. Radial integral examined</vt:lpstr>
      <vt:lpstr>A9. Full integral rearticulated</vt:lpstr>
      <vt:lpstr>B. COMplETING RADIAL INTEGRATION</vt:lpstr>
      <vt:lpstr>B1. Radial integral completed</vt:lpstr>
      <vt:lpstr>B2a. Radial integral refined</vt:lpstr>
      <vt:lpstr>B2b. Radial integral result refined</vt:lpstr>
      <vt:lpstr>B3. Making kinetic effect explicit</vt:lpstr>
      <vt:lpstr>B4. Some precalculated coefficients introduced</vt:lpstr>
      <vt:lpstr>B5. Further precalculation elaboration</vt:lpstr>
      <vt:lpstr>B6. Expanding a factor in the kinetic precalculation</vt:lpstr>
      <vt:lpstr>B7. Kinetic precalculated coefficient expanded</vt:lpstr>
      <vt:lpstr>B8. Radial core subintegral result rearticulated</vt:lpstr>
      <vt:lpstr>B9. Laguerre polynomial precalculated integration constants</vt:lpstr>
      <vt:lpstr>B10a. Full integral restated</vt:lpstr>
      <vt:lpstr>B10b. Full integral restated – Misc. Calculations</vt:lpstr>
      <vt:lpstr>B10c. Integral summation term restated</vt:lpstr>
      <vt:lpstr>B10c. Radial integrand core restated</vt:lpstr>
      <vt:lpstr>B11a. Subcase: Δ = 0</vt:lpstr>
      <vt:lpstr>B11b. Subcase: z = 1</vt:lpstr>
      <vt:lpstr>B11b. Subcase: no exponential decay</vt:lpstr>
      <vt:lpstr>B10. Final elaboration on precalculation information - 1</vt:lpstr>
      <vt:lpstr>B11. Final elaboration on precalculation information - 2</vt:lpstr>
      <vt:lpstr>GENERAL MATRIX ELEMENT FORMULA</vt:lpstr>
      <vt:lpstr>PRECALCULATIONS</vt:lpstr>
      <vt:lpstr>C1. Laguerre polynomial precalculated integration constants</vt:lpstr>
      <vt:lpstr>C2. Subcases</vt:lpstr>
      <vt:lpstr>C3. Final elaboration on precalculation information - 2</vt:lpstr>
      <vt:lpstr>Computational FormulAe</vt:lpstr>
      <vt:lpstr>D1a. Before integration calculations</vt:lpstr>
      <vt:lpstr>D1b. Initial integration calculations</vt:lpstr>
      <vt:lpstr>D2. Full integral formalized</vt:lpstr>
      <vt:lpstr>D3. Legendre functions for integrand</vt:lpstr>
      <vt:lpstr>D4. Integral summation term restated</vt:lpstr>
      <vt:lpstr>D4a. Integral summation term restated (Δ != 0, z != 1)</vt:lpstr>
      <vt:lpstr>D4b. Integral summation term restated (Δ != 0, z = 1)</vt:lpstr>
      <vt:lpstr>D4c. Integral summation term restated (Δ = 0, z != 1)</vt:lpstr>
      <vt:lpstr>D4d. Integral summation term restated (Δ = 0, z = 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6657</cp:revision>
  <cp:lastPrinted>2016-07-18T17:32:49Z</cp:lastPrinted>
  <dcterms:created xsi:type="dcterms:W3CDTF">2016-06-28T14:05:07Z</dcterms:created>
  <dcterms:modified xsi:type="dcterms:W3CDTF">2023-04-21T03:57:53Z</dcterms:modified>
  <cp:category/>
</cp:coreProperties>
</file>