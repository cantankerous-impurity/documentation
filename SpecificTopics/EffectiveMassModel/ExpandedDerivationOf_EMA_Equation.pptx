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5.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1" r:id="rId1"/>
  </p:sldMasterIdLst>
  <p:notesMasterIdLst>
    <p:notesMasterId r:id="rId18"/>
  </p:notesMasterIdLst>
  <p:handoutMasterIdLst>
    <p:handoutMasterId r:id="rId19"/>
  </p:handoutMasterIdLst>
  <p:sldIdLst>
    <p:sldId id="424" r:id="rId2"/>
    <p:sldId id="529" r:id="rId3"/>
    <p:sldId id="530" r:id="rId4"/>
    <p:sldId id="531" r:id="rId5"/>
    <p:sldId id="532" r:id="rId6"/>
    <p:sldId id="525" r:id="rId7"/>
    <p:sldId id="540" r:id="rId8"/>
    <p:sldId id="536" r:id="rId9"/>
    <p:sldId id="539" r:id="rId10"/>
    <p:sldId id="541" r:id="rId11"/>
    <p:sldId id="534" r:id="rId12"/>
    <p:sldId id="535" r:id="rId13"/>
    <p:sldId id="542" r:id="rId14"/>
    <p:sldId id="543" r:id="rId15"/>
    <p:sldId id="537" r:id="rId16"/>
    <p:sldId id="538" r:id="rId17"/>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11F"/>
    <a:srgbClr val="FF7F7F"/>
    <a:srgbClr val="0000FF"/>
    <a:srgbClr val="00CC00"/>
    <a:srgbClr val="00B050"/>
    <a:srgbClr val="33A366"/>
    <a:srgbClr val="005AC0"/>
    <a:srgbClr val="72A3A8"/>
    <a:srgbClr val="005961"/>
    <a:srgbClr val="7FD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01" autoAdjust="0"/>
    <p:restoredTop sz="94780" autoAdjust="0"/>
  </p:normalViewPr>
  <p:slideViewPr>
    <p:cSldViewPr snapToGrid="0" snapToObjects="1">
      <p:cViewPr varScale="1">
        <p:scale>
          <a:sx n="158" d="100"/>
          <a:sy n="158" d="100"/>
        </p:scale>
        <p:origin x="180"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3" d="100"/>
          <a:sy n="73" d="100"/>
        </p:scale>
        <p:origin x="251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1D33A1-6D17-2C4C-B4C2-C83DB37352CC}" type="datetimeFigureOut">
              <a:rPr lang="en-US" smtClean="0">
                <a:latin typeface="Arial" charset="0"/>
              </a:rPr>
              <a:t>6/13/2023</a:t>
            </a:fld>
            <a:endParaRPr lang="en-US" dirty="0">
              <a:latin typeface="Arial"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59171E-5108-1245-8B63-E8B205C9AF87}" type="slidenum">
              <a:rPr lang="en-US" smtClean="0">
                <a:latin typeface="Arial" charset="0"/>
              </a:rPr>
              <a:t>‹#›</a:t>
            </a:fld>
            <a:endParaRPr lang="en-US" dirty="0">
              <a:latin typeface="Arial" charset="0"/>
            </a:endParaRPr>
          </a:p>
        </p:txBody>
      </p:sp>
    </p:spTree>
    <p:extLst>
      <p:ext uri="{BB962C8B-B14F-4D97-AF65-F5344CB8AC3E}">
        <p14:creationId xmlns:p14="http://schemas.microsoft.com/office/powerpoint/2010/main" val="9675423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charset="0"/>
              </a:defRPr>
            </a:lvl1pPr>
          </a:lstStyle>
          <a:p>
            <a:fld id="{5B96CA4F-2197-CC40-B4FC-798A937A9DC6}" type="datetimeFigureOut">
              <a:rPr lang="en-US" smtClean="0"/>
              <a:pPr/>
              <a:t>6/13/2023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charset="0"/>
              </a:defRPr>
            </a:lvl1pPr>
          </a:lstStyle>
          <a:p>
            <a:fld id="{02322656-8894-1544-92AA-01B3CF5E6182}" type="slidenum">
              <a:rPr lang="en-US" smtClean="0"/>
              <a:pPr/>
              <a:t>‹#›</a:t>
            </a:fld>
            <a:endParaRPr lang="en-US" dirty="0"/>
          </a:p>
        </p:txBody>
      </p:sp>
    </p:spTree>
    <p:extLst>
      <p:ext uri="{BB962C8B-B14F-4D97-AF65-F5344CB8AC3E}">
        <p14:creationId xmlns:p14="http://schemas.microsoft.com/office/powerpoint/2010/main" val="702750498"/>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charset="0"/>
        <a:ea typeface="+mn-ea"/>
        <a:cs typeface="+mn-cs"/>
      </a:defRPr>
    </a:lvl1pPr>
    <a:lvl2pPr marL="609585" algn="l" defTabSz="1219170" rtl="0" eaLnBrk="1" latinLnBrk="0" hangingPunct="1">
      <a:defRPr sz="1600" kern="1200">
        <a:solidFill>
          <a:schemeClr val="tx1"/>
        </a:solidFill>
        <a:latin typeface="Arial" charset="0"/>
        <a:ea typeface="+mn-ea"/>
        <a:cs typeface="+mn-cs"/>
      </a:defRPr>
    </a:lvl2pPr>
    <a:lvl3pPr marL="1219170" algn="l" defTabSz="1219170" rtl="0" eaLnBrk="1" latinLnBrk="0" hangingPunct="1">
      <a:defRPr sz="1600" kern="1200">
        <a:solidFill>
          <a:schemeClr val="tx1"/>
        </a:solidFill>
        <a:latin typeface="Arial" charset="0"/>
        <a:ea typeface="+mn-ea"/>
        <a:cs typeface="+mn-cs"/>
      </a:defRPr>
    </a:lvl3pPr>
    <a:lvl4pPr marL="1828754" algn="l" defTabSz="1219170" rtl="0" eaLnBrk="1" latinLnBrk="0" hangingPunct="1">
      <a:defRPr sz="1600" kern="1200">
        <a:solidFill>
          <a:schemeClr val="tx1"/>
        </a:solidFill>
        <a:latin typeface="Arial" charset="0"/>
        <a:ea typeface="+mn-ea"/>
        <a:cs typeface="+mn-cs"/>
      </a:defRPr>
    </a:lvl4pPr>
    <a:lvl5pPr marL="2438339" algn="l" defTabSz="1219170" rtl="0" eaLnBrk="1" latinLnBrk="0" hangingPunct="1">
      <a:defRPr sz="1600" kern="1200">
        <a:solidFill>
          <a:schemeClr val="tx1"/>
        </a:solidFill>
        <a:latin typeface="Arial"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1</a:t>
            </a:fld>
            <a:endParaRPr lang="en-US" dirty="0"/>
          </a:p>
        </p:txBody>
      </p:sp>
    </p:spTree>
    <p:extLst>
      <p:ext uri="{BB962C8B-B14F-4D97-AF65-F5344CB8AC3E}">
        <p14:creationId xmlns:p14="http://schemas.microsoft.com/office/powerpoint/2010/main" val="1733385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6</a:t>
            </a:fld>
            <a:endParaRPr lang="en-US" dirty="0"/>
          </a:p>
        </p:txBody>
      </p:sp>
    </p:spTree>
    <p:extLst>
      <p:ext uri="{BB962C8B-B14F-4D97-AF65-F5344CB8AC3E}">
        <p14:creationId xmlns:p14="http://schemas.microsoft.com/office/powerpoint/2010/main" val="287517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7</a:t>
            </a:fld>
            <a:endParaRPr lang="en-US" dirty="0"/>
          </a:p>
        </p:txBody>
      </p:sp>
    </p:spTree>
    <p:extLst>
      <p:ext uri="{BB962C8B-B14F-4D97-AF65-F5344CB8AC3E}">
        <p14:creationId xmlns:p14="http://schemas.microsoft.com/office/powerpoint/2010/main" val="3810187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11</a:t>
            </a:fld>
            <a:endParaRPr lang="en-US" dirty="0"/>
          </a:p>
        </p:txBody>
      </p:sp>
    </p:spTree>
    <p:extLst>
      <p:ext uri="{BB962C8B-B14F-4D97-AF65-F5344CB8AC3E}">
        <p14:creationId xmlns:p14="http://schemas.microsoft.com/office/powerpoint/2010/main" val="45091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12</a:t>
            </a:fld>
            <a:endParaRPr lang="en-US" dirty="0"/>
          </a:p>
        </p:txBody>
      </p:sp>
    </p:spTree>
    <p:extLst>
      <p:ext uri="{BB962C8B-B14F-4D97-AF65-F5344CB8AC3E}">
        <p14:creationId xmlns:p14="http://schemas.microsoft.com/office/powerpoint/2010/main" val="4125374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15</a:t>
            </a:fld>
            <a:endParaRPr lang="en-US" dirty="0"/>
          </a:p>
        </p:txBody>
      </p:sp>
    </p:spTree>
    <p:extLst>
      <p:ext uri="{BB962C8B-B14F-4D97-AF65-F5344CB8AC3E}">
        <p14:creationId xmlns:p14="http://schemas.microsoft.com/office/powerpoint/2010/main" val="3637125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16</a:t>
            </a:fld>
            <a:endParaRPr lang="en-US" dirty="0"/>
          </a:p>
        </p:txBody>
      </p:sp>
    </p:spTree>
    <p:extLst>
      <p:ext uri="{BB962C8B-B14F-4D97-AF65-F5344CB8AC3E}">
        <p14:creationId xmlns:p14="http://schemas.microsoft.com/office/powerpoint/2010/main" val="22566234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hit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0"/>
            <a:ext cx="12188950" cy="6857998"/>
          </a:xfrm>
          <a:prstGeom prst="rect">
            <a:avLst/>
          </a:prstGeom>
        </p:spPr>
      </p:pic>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rmAutofit/>
          </a:bodyPr>
          <a:lstStyle>
            <a:lvl1pPr marL="0" indent="0">
              <a:buNone/>
              <a:defRPr sz="2800" b="0" i="1">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Sub-topic</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8368" y="6046265"/>
            <a:ext cx="4650699" cy="344911"/>
          </a:xfrm>
          <a:prstGeom prst="rect">
            <a:avLst/>
          </a:prstGeom>
        </p:spPr>
      </p:pic>
      <p:sp>
        <p:nvSpPr>
          <p:cNvPr id="14" name="Title 1"/>
          <p:cNvSpPr>
            <a:spLocks noGrp="1"/>
          </p:cNvSpPr>
          <p:nvPr>
            <p:ph type="ctrTitle" hasCustomPrompt="1"/>
          </p:nvPr>
        </p:nvSpPr>
        <p:spPr>
          <a:xfrm>
            <a:off x="658368" y="2297136"/>
            <a:ext cx="6638544" cy="1579920"/>
          </a:xfrm>
          <a:prstGeom prst="rect">
            <a:avLst/>
          </a:prstGeom>
          <a:ln>
            <a:noFill/>
          </a:ln>
        </p:spPr>
        <p:txBody>
          <a:bodyPr lIns="0" anchor="b"/>
          <a:lstStyle>
            <a:lvl1pPr algn="l">
              <a:lnSpc>
                <a:spcPts val="5800"/>
              </a:lnSpc>
              <a:defRPr sz="6000" b="1" i="0" cap="all" baseline="0">
                <a:solidFill>
                  <a:srgbClr val="005BBB"/>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Presentation</a:t>
            </a:r>
            <a:br>
              <a:rPr lang="en-US" dirty="0"/>
            </a:br>
            <a:r>
              <a:rPr lang="en-US" dirty="0"/>
              <a:t>Title</a:t>
            </a:r>
          </a:p>
        </p:txBody>
      </p:sp>
    </p:spTree>
    <p:extLst>
      <p:ext uri="{BB962C8B-B14F-4D97-AF65-F5344CB8AC3E}">
        <p14:creationId xmlns:p14="http://schemas.microsoft.com/office/powerpoint/2010/main" val="811521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 y="0"/>
            <a:ext cx="12188952" cy="6857999"/>
          </a:xfrm>
          <a:prstGeom prst="rect">
            <a:avLst/>
          </a:prstGeom>
        </p:spPr>
      </p:pic>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rmAutofit/>
          </a:bodyPr>
          <a:lstStyle>
            <a:lvl1pPr marL="0" indent="0">
              <a:buNone/>
              <a:defRPr sz="2800" b="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Sub-topic</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8368" y="6046265"/>
            <a:ext cx="4650699" cy="344912"/>
          </a:xfrm>
          <a:prstGeom prst="rect">
            <a:avLst/>
          </a:prstGeom>
        </p:spPr>
      </p:pic>
      <p:sp>
        <p:nvSpPr>
          <p:cNvPr id="14" name="Title 1"/>
          <p:cNvSpPr>
            <a:spLocks noGrp="1"/>
          </p:cNvSpPr>
          <p:nvPr>
            <p:ph type="ctrTitle" hasCustomPrompt="1"/>
          </p:nvPr>
        </p:nvSpPr>
        <p:spPr>
          <a:xfrm>
            <a:off x="658368" y="2297136"/>
            <a:ext cx="6638544" cy="1579920"/>
          </a:xfrm>
          <a:prstGeom prst="rect">
            <a:avLst/>
          </a:prstGeom>
          <a:ln>
            <a:noFill/>
          </a:ln>
        </p:spPr>
        <p:txBody>
          <a:bodyPr lIns="0" anchor="b"/>
          <a:lstStyle>
            <a:lvl1pPr algn="l">
              <a:lnSpc>
                <a:spcPts val="5800"/>
              </a:lnSpc>
              <a:defRPr sz="6000" b="1" i="0" cap="all"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Presentation</a:t>
            </a:r>
            <a:br>
              <a:rPr lang="en-US" dirty="0"/>
            </a:br>
            <a:r>
              <a:rPr lang="en-US" dirty="0"/>
              <a:t>Title</a:t>
            </a:r>
          </a:p>
        </p:txBody>
      </p:sp>
    </p:spTree>
    <p:extLst>
      <p:ext uri="{BB962C8B-B14F-4D97-AF65-F5344CB8AC3E}">
        <p14:creationId xmlns:p14="http://schemas.microsoft.com/office/powerpoint/2010/main" val="5058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hit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88950" cy="6857999"/>
          </a:xfrm>
          <a:prstGeom prst="rect">
            <a:avLst/>
          </a:prstGeom>
        </p:spPr>
      </p:pic>
      <p:sp>
        <p:nvSpPr>
          <p:cNvPr id="5" name="Title 1"/>
          <p:cNvSpPr>
            <a:spLocks noGrp="1"/>
          </p:cNvSpPr>
          <p:nvPr>
            <p:ph type="ctrTitle" hasCustomPrompt="1"/>
          </p:nvPr>
        </p:nvSpPr>
        <p:spPr>
          <a:xfrm>
            <a:off x="658368" y="3042137"/>
            <a:ext cx="6638544" cy="836126"/>
          </a:xfrm>
          <a:prstGeom prst="rect">
            <a:avLst/>
          </a:prstGeom>
          <a:ln>
            <a:noFill/>
          </a:ln>
        </p:spPr>
        <p:txBody>
          <a:bodyPr lIns="0" anchor="b"/>
          <a:lstStyle>
            <a:lvl1pPr algn="l">
              <a:lnSpc>
                <a:spcPts val="5800"/>
              </a:lnSpc>
              <a:defRPr sz="6000" b="1" i="0" cap="all" baseline="0">
                <a:solidFill>
                  <a:srgbClr val="005BBB"/>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DIVIDER SLIDE</a:t>
            </a:r>
          </a:p>
        </p:txBody>
      </p:sp>
      <p:sp>
        <p:nvSpPr>
          <p:cNvPr id="6" name="Subtitle 2"/>
          <p:cNvSpPr>
            <a:spLocks noGrp="1"/>
          </p:cNvSpPr>
          <p:nvPr>
            <p:ph type="subTitle" idx="1" hasCustomPrompt="1"/>
          </p:nvPr>
        </p:nvSpPr>
        <p:spPr>
          <a:xfrm>
            <a:off x="658368" y="3970337"/>
            <a:ext cx="6638544" cy="2212976"/>
          </a:xfrm>
          <a:prstGeom prst="rect">
            <a:avLst/>
          </a:prstGeom>
          <a:ln>
            <a:noFill/>
          </a:ln>
        </p:spPr>
        <p:txBody>
          <a:bodyPr lIns="0">
            <a:normAutofit/>
          </a:bodyPr>
          <a:lstStyle>
            <a:lvl1pPr marL="0" indent="0" algn="l">
              <a:buNone/>
              <a:defRPr sz="2800" b="0" i="1"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9100" y="366636"/>
            <a:ext cx="4800600" cy="356028"/>
          </a:xfrm>
          <a:prstGeom prst="rect">
            <a:avLst/>
          </a:prstGeom>
        </p:spPr>
      </p:pic>
    </p:spTree>
    <p:extLst>
      <p:ext uri="{BB962C8B-B14F-4D97-AF65-F5344CB8AC3E}">
        <p14:creationId xmlns:p14="http://schemas.microsoft.com/office/powerpoint/2010/main" val="75046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Blu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88950" cy="6857998"/>
          </a:xfrm>
          <a:prstGeom prst="rect">
            <a:avLst/>
          </a:prstGeom>
        </p:spPr>
      </p:pic>
      <p:sp>
        <p:nvSpPr>
          <p:cNvPr id="5" name="Title 1"/>
          <p:cNvSpPr>
            <a:spLocks noGrp="1"/>
          </p:cNvSpPr>
          <p:nvPr>
            <p:ph type="ctrTitle" hasCustomPrompt="1"/>
          </p:nvPr>
        </p:nvSpPr>
        <p:spPr>
          <a:xfrm>
            <a:off x="658368" y="3042137"/>
            <a:ext cx="6638544" cy="836126"/>
          </a:xfrm>
          <a:prstGeom prst="rect">
            <a:avLst/>
          </a:prstGeom>
          <a:ln>
            <a:noFill/>
          </a:ln>
        </p:spPr>
        <p:txBody>
          <a:bodyPr lIns="0" anchor="b"/>
          <a:lstStyle>
            <a:lvl1pPr algn="l">
              <a:lnSpc>
                <a:spcPts val="5800"/>
              </a:lnSpc>
              <a:defRPr sz="6000" b="1" i="0" cap="all"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DIVIDER SLIDE</a:t>
            </a:r>
          </a:p>
        </p:txBody>
      </p:sp>
      <p:sp>
        <p:nvSpPr>
          <p:cNvPr id="6" name="Subtitle 2"/>
          <p:cNvSpPr>
            <a:spLocks noGrp="1"/>
          </p:cNvSpPr>
          <p:nvPr>
            <p:ph type="subTitle" idx="1" hasCustomPrompt="1"/>
          </p:nvPr>
        </p:nvSpPr>
        <p:spPr>
          <a:xfrm>
            <a:off x="658368" y="3970337"/>
            <a:ext cx="6638544" cy="2212976"/>
          </a:xfrm>
          <a:prstGeom prst="rect">
            <a:avLst/>
          </a:prstGeom>
          <a:ln>
            <a:noFill/>
          </a:ln>
        </p:spPr>
        <p:txBody>
          <a:bodyPr lIns="0">
            <a:normAutofit/>
          </a:bodyPr>
          <a:lstStyle>
            <a:lvl1pPr marL="0" indent="0" algn="l">
              <a:buNone/>
              <a:defRPr sz="2800" b="0" i="1"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9106" y="366636"/>
            <a:ext cx="4800588" cy="356028"/>
          </a:xfrm>
          <a:prstGeom prst="rect">
            <a:avLst/>
          </a:prstGeom>
        </p:spPr>
      </p:pic>
    </p:spTree>
    <p:extLst>
      <p:ext uri="{BB962C8B-B14F-4D97-AF65-F5344CB8AC3E}">
        <p14:creationId xmlns:p14="http://schemas.microsoft.com/office/powerpoint/2010/main" val="851996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Column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39470" y="2007221"/>
            <a:ext cx="10513060" cy="3972526"/>
          </a:xfrm>
          <a:prstGeom prst="rect">
            <a:avLst/>
          </a:prstGeom>
        </p:spPr>
        <p:txBody>
          <a:bodyPr>
            <a:noAutofit/>
          </a:bodyPr>
          <a:lstStyle>
            <a:lvl1pPr marL="0" indent="0">
              <a:lnSpc>
                <a:spcPct val="100000"/>
              </a:lnSpc>
              <a:buNone/>
              <a:defRPr sz="1800" b="0" i="0" spc="-5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r>
              <a:rPr lang="en-US" dirty="0" err="1"/>
              <a:t>Em</a:t>
            </a:r>
            <a:r>
              <a:rPr lang="en-US" dirty="0"/>
              <a:t> </a:t>
            </a:r>
            <a:r>
              <a:rPr lang="en-US" dirty="0" err="1"/>
              <a:t>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Mauris</a:t>
            </a:r>
            <a:r>
              <a:rPr lang="en-US" dirty="0"/>
              <a:t> </a:t>
            </a:r>
            <a:r>
              <a:rPr lang="en-US" dirty="0" err="1"/>
              <a:t>vehicula</a:t>
            </a:r>
            <a:r>
              <a:rPr lang="en-US" dirty="0"/>
              <a:t> dui in </a:t>
            </a:r>
            <a:r>
              <a:rPr lang="en-US" dirty="0" err="1"/>
              <a:t>neque</a:t>
            </a:r>
            <a:r>
              <a:rPr lang="en-US" dirty="0"/>
              <a:t> </a:t>
            </a:r>
            <a:r>
              <a:rPr lang="en-US" dirty="0" err="1"/>
              <a:t>dignissim</a:t>
            </a:r>
            <a:r>
              <a:rPr lang="en-US" dirty="0"/>
              <a:t>, in </a:t>
            </a:r>
            <a:r>
              <a:rPr lang="en-US" dirty="0" err="1"/>
              <a:t>aliquet</a:t>
            </a:r>
            <a:r>
              <a:rPr lang="en-US" dirty="0"/>
              <a:t> </a:t>
            </a:r>
            <a:r>
              <a:rPr lang="en-US" dirty="0" err="1"/>
              <a:t>nisl</a:t>
            </a:r>
            <a:r>
              <a:rPr lang="en-US" dirty="0"/>
              <a:t> </a:t>
            </a:r>
            <a:r>
              <a:rPr lang="en-US" dirty="0" err="1"/>
              <a:t>varius</a:t>
            </a:r>
            <a:r>
              <a:rPr lang="en-US" dirty="0"/>
              <a:t>. </a:t>
            </a:r>
            <a:r>
              <a:rPr lang="en-US" dirty="0" err="1"/>
              <a:t>Sed</a:t>
            </a:r>
            <a:r>
              <a:rPr lang="en-US" dirty="0"/>
              <a:t> a </a:t>
            </a:r>
            <a:r>
              <a:rPr lang="en-US" dirty="0" err="1"/>
              <a:t>erat</a:t>
            </a:r>
            <a:r>
              <a:rPr lang="en-US" dirty="0"/>
              <a:t> </a:t>
            </a:r>
            <a:r>
              <a:rPr lang="en-US" dirty="0" err="1"/>
              <a:t>ut</a:t>
            </a:r>
            <a:r>
              <a:rPr lang="en-US" dirty="0"/>
              <a:t> magna </a:t>
            </a:r>
            <a:r>
              <a:rPr lang="en-US" dirty="0" err="1"/>
              <a:t>vulputate</a:t>
            </a:r>
            <a:r>
              <a:rPr lang="en-US" dirty="0"/>
              <a:t> </a:t>
            </a:r>
            <a:r>
              <a:rPr lang="en-US" dirty="0" err="1"/>
              <a:t>feugiat</a:t>
            </a:r>
            <a:r>
              <a:rPr lang="en-US" dirty="0"/>
              <a:t>. </a:t>
            </a:r>
            <a:r>
              <a:rPr lang="en-US" dirty="0" err="1"/>
              <a:t>Quisque</a:t>
            </a:r>
            <a:r>
              <a:rPr lang="en-US" dirty="0"/>
              <a:t> </a:t>
            </a:r>
            <a:r>
              <a:rPr lang="en-US" dirty="0" err="1"/>
              <a:t>varius</a:t>
            </a:r>
            <a:r>
              <a:rPr lang="en-US" dirty="0"/>
              <a:t> libero </a:t>
            </a:r>
            <a:r>
              <a:rPr lang="en-US" dirty="0" err="1"/>
              <a:t>placerat</a:t>
            </a:r>
            <a:r>
              <a:rPr lang="en-US" dirty="0"/>
              <a:t> </a:t>
            </a:r>
            <a:r>
              <a:rPr lang="en-US" dirty="0" err="1"/>
              <a:t>erat</a:t>
            </a:r>
            <a:r>
              <a:rPr lang="en-US" dirty="0"/>
              <a:t> </a:t>
            </a:r>
            <a:r>
              <a:rPr lang="en-US" dirty="0" err="1"/>
              <a:t>lobortis</a:t>
            </a:r>
            <a:r>
              <a:rPr lang="en-US" dirty="0"/>
              <a:t> </a:t>
            </a:r>
            <a:r>
              <a:rPr lang="en-US" dirty="0" err="1"/>
              <a:t>congue</a:t>
            </a:r>
            <a:r>
              <a:rPr lang="en-US" dirty="0"/>
              <a:t>. Integer a </a:t>
            </a:r>
            <a:r>
              <a:rPr lang="en-US" dirty="0" err="1"/>
              <a:t>arcu</a:t>
            </a:r>
            <a:r>
              <a:rPr lang="en-US" dirty="0"/>
              <a:t> </a:t>
            </a:r>
            <a:r>
              <a:rPr lang="en-US" dirty="0" err="1"/>
              <a:t>vel</a:t>
            </a:r>
            <a:r>
              <a:rPr lang="en-US" dirty="0"/>
              <a:t> ante </a:t>
            </a:r>
            <a:r>
              <a:rPr lang="en-US" dirty="0" err="1"/>
              <a:t>bibendum</a:t>
            </a:r>
            <a:r>
              <a:rPr lang="en-US" dirty="0"/>
              <a:t> </a:t>
            </a:r>
            <a:r>
              <a:rPr lang="en-US" dirty="0" err="1"/>
              <a:t>scelerisque</a:t>
            </a:r>
            <a:r>
              <a:rPr lang="en-US" dirty="0"/>
              <a:t>. Class </a:t>
            </a:r>
            <a:r>
              <a:rPr lang="en-US" dirty="0" err="1"/>
              <a:t>aptent</a:t>
            </a:r>
            <a:r>
              <a:rPr lang="en-US" dirty="0"/>
              <a:t> </a:t>
            </a:r>
            <a:r>
              <a:rPr lang="en-US" dirty="0" err="1"/>
              <a:t>taciti</a:t>
            </a:r>
            <a:r>
              <a:rPr lang="en-US" dirty="0"/>
              <a:t> </a:t>
            </a:r>
            <a:r>
              <a:rPr lang="en-US" dirty="0" err="1"/>
              <a:t>sociosqu</a:t>
            </a:r>
            <a:r>
              <a:rPr lang="en-US" dirty="0"/>
              <a:t> ad </a:t>
            </a:r>
            <a:r>
              <a:rPr lang="en-US" dirty="0" err="1"/>
              <a:t>litora</a:t>
            </a:r>
            <a:r>
              <a:rPr lang="en-US" dirty="0"/>
              <a:t> </a:t>
            </a:r>
            <a:r>
              <a:rPr lang="en-US" dirty="0" err="1"/>
              <a:t>torquent</a:t>
            </a:r>
            <a:r>
              <a:rPr lang="en-US" dirty="0"/>
              <a:t>.</a:t>
            </a:r>
          </a:p>
        </p:txBody>
      </p:sp>
      <p:sp>
        <p:nvSpPr>
          <p:cNvPr id="5" name="Title Placeholder 12"/>
          <p:cNvSpPr>
            <a:spLocks noGrp="1"/>
          </p:cNvSpPr>
          <p:nvPr>
            <p:ph type="title" hasCustomPrompt="1"/>
          </p:nvPr>
        </p:nvSpPr>
        <p:spPr>
          <a:xfrm>
            <a:off x="838200" y="1280160"/>
            <a:ext cx="10515600" cy="507831"/>
          </a:xfrm>
          <a:prstGeom prst="rect">
            <a:avLst/>
          </a:prstGeom>
        </p:spPr>
        <p:txBody>
          <a:bodyPr vert="horz" lIns="91440" tIns="45720" rIns="91440" bIns="45720" rtlCol="0" anchor="b">
            <a:spAutoFit/>
          </a:bodyPr>
          <a:lstStyle>
            <a:lvl1pPr>
              <a:defRPr b="1">
                <a:latin typeface="Calibri" panose="020F0502020204030204" pitchFamily="34" charset="0"/>
                <a:cs typeface="Calibri" panose="020F0502020204030204" pitchFamily="34" charset="0"/>
              </a:defRPr>
            </a:lvl1pPr>
          </a:lstStyle>
          <a:p>
            <a:r>
              <a:rPr lang="en-US" dirty="0"/>
              <a:t>Click to edit title</a:t>
            </a:r>
          </a:p>
        </p:txBody>
      </p:sp>
    </p:spTree>
    <p:extLst>
      <p:ext uri="{BB962C8B-B14F-4D97-AF65-F5344CB8AC3E}">
        <p14:creationId xmlns:p14="http://schemas.microsoft.com/office/powerpoint/2010/main" val="366897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Text">
    <p:spTree>
      <p:nvGrpSpPr>
        <p:cNvPr id="1" name=""/>
        <p:cNvGrpSpPr/>
        <p:nvPr/>
      </p:nvGrpSpPr>
      <p:grpSpPr>
        <a:xfrm>
          <a:off x="0" y="0"/>
          <a:ext cx="0" cy="0"/>
          <a:chOff x="0" y="0"/>
          <a:chExt cx="0" cy="0"/>
        </a:xfrm>
      </p:grpSpPr>
      <p:sp>
        <p:nvSpPr>
          <p:cNvPr id="12" name="Text Placeholder 2"/>
          <p:cNvSpPr>
            <a:spLocks noGrp="1"/>
          </p:cNvSpPr>
          <p:nvPr>
            <p:ph type="body" idx="10" hasCustomPrompt="1"/>
          </p:nvPr>
        </p:nvSpPr>
        <p:spPr>
          <a:xfrm>
            <a:off x="838200" y="2185416"/>
            <a:ext cx="4179753" cy="3511409"/>
          </a:xfrm>
          <a:prstGeom prst="rect">
            <a:avLst/>
          </a:prstGeom>
        </p:spPr>
        <p:txBody>
          <a:bodyPr>
            <a:noAutofit/>
          </a:bodyPr>
          <a:lstStyle>
            <a:lvl1pPr marL="0" indent="0">
              <a:lnSpc>
                <a:spcPct val="100000"/>
              </a:lnSpc>
              <a:buNone/>
              <a:defRPr sz="1800" b="0" i="0" spc="-5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Mauris</a:t>
            </a:r>
            <a:r>
              <a:rPr lang="en-US" dirty="0"/>
              <a:t> </a:t>
            </a:r>
            <a:r>
              <a:rPr lang="en-US" dirty="0" err="1"/>
              <a:t>vehicula</a:t>
            </a:r>
            <a:r>
              <a:rPr lang="en-US" dirty="0"/>
              <a:t> dui in </a:t>
            </a:r>
            <a:r>
              <a:rPr lang="en-US" dirty="0" err="1"/>
              <a:t>neque</a:t>
            </a:r>
            <a:r>
              <a:rPr lang="en-US" dirty="0"/>
              <a:t> </a:t>
            </a:r>
            <a:r>
              <a:rPr lang="en-US" dirty="0" err="1"/>
              <a:t>dignissim</a:t>
            </a:r>
            <a:r>
              <a:rPr lang="en-US" dirty="0"/>
              <a:t>, in </a:t>
            </a:r>
            <a:r>
              <a:rPr lang="en-US" dirty="0" err="1"/>
              <a:t>aliquet</a:t>
            </a:r>
            <a:r>
              <a:rPr lang="en-US" dirty="0"/>
              <a:t> </a:t>
            </a:r>
            <a:r>
              <a:rPr lang="en-US" dirty="0" err="1"/>
              <a:t>nisl</a:t>
            </a:r>
            <a:r>
              <a:rPr lang="en-US" dirty="0"/>
              <a:t> </a:t>
            </a:r>
            <a:r>
              <a:rPr lang="en-US" dirty="0" err="1"/>
              <a:t>varius</a:t>
            </a:r>
            <a:r>
              <a:rPr lang="en-US" dirty="0"/>
              <a:t>. </a:t>
            </a:r>
            <a:r>
              <a:rPr lang="en-US" dirty="0" err="1"/>
              <a:t>Sed</a:t>
            </a:r>
            <a:r>
              <a:rPr lang="en-US" dirty="0"/>
              <a:t> a </a:t>
            </a:r>
            <a:r>
              <a:rPr lang="en-US" dirty="0" err="1"/>
              <a:t>erat</a:t>
            </a:r>
            <a:r>
              <a:rPr lang="en-US" dirty="0"/>
              <a:t> </a:t>
            </a:r>
            <a:r>
              <a:rPr lang="en-US" dirty="0" err="1"/>
              <a:t>ut</a:t>
            </a:r>
            <a:r>
              <a:rPr lang="en-US" dirty="0"/>
              <a:t> magna </a:t>
            </a:r>
            <a:r>
              <a:rPr lang="en-US" dirty="0" err="1"/>
              <a:t>vulputate</a:t>
            </a:r>
            <a:r>
              <a:rPr lang="en-US" dirty="0"/>
              <a:t> </a:t>
            </a:r>
            <a:r>
              <a:rPr lang="en-US" dirty="0" err="1"/>
              <a:t>feugiat</a:t>
            </a:r>
            <a:r>
              <a:rPr lang="en-US" dirty="0"/>
              <a:t>. </a:t>
            </a:r>
            <a:r>
              <a:rPr lang="en-US" dirty="0" err="1"/>
              <a:t>Quisque</a:t>
            </a:r>
            <a:r>
              <a:rPr lang="en-US" dirty="0"/>
              <a:t> </a:t>
            </a:r>
            <a:r>
              <a:rPr lang="en-US" dirty="0" err="1"/>
              <a:t>varius</a:t>
            </a:r>
            <a:r>
              <a:rPr lang="en-US" dirty="0"/>
              <a:t> libero </a:t>
            </a:r>
            <a:r>
              <a:rPr lang="en-US" dirty="0" err="1"/>
              <a:t>placerat</a:t>
            </a:r>
            <a:r>
              <a:rPr lang="en-US" dirty="0"/>
              <a:t> </a:t>
            </a:r>
            <a:r>
              <a:rPr lang="en-US" dirty="0" err="1"/>
              <a:t>erat</a:t>
            </a:r>
            <a:r>
              <a:rPr lang="en-US" dirty="0"/>
              <a:t> </a:t>
            </a:r>
            <a:r>
              <a:rPr lang="en-US" dirty="0" err="1"/>
              <a:t>lobortis</a:t>
            </a:r>
            <a:r>
              <a:rPr lang="en-US" dirty="0"/>
              <a:t> </a:t>
            </a:r>
            <a:r>
              <a:rPr lang="en-US" dirty="0" err="1"/>
              <a:t>congue</a:t>
            </a:r>
            <a:r>
              <a:rPr lang="en-US" dirty="0"/>
              <a:t>. Integer a </a:t>
            </a:r>
            <a:r>
              <a:rPr lang="en-US" dirty="0" err="1"/>
              <a:t>arcu</a:t>
            </a:r>
            <a:r>
              <a:rPr lang="en-US" dirty="0"/>
              <a:t> </a:t>
            </a:r>
            <a:r>
              <a:rPr lang="en-US" dirty="0" err="1"/>
              <a:t>vel</a:t>
            </a:r>
            <a:r>
              <a:rPr lang="en-US" dirty="0"/>
              <a:t> ante </a:t>
            </a:r>
            <a:r>
              <a:rPr lang="en-US" dirty="0" err="1"/>
              <a:t>bibendum</a:t>
            </a:r>
            <a:r>
              <a:rPr lang="en-US" dirty="0"/>
              <a:t> </a:t>
            </a:r>
            <a:r>
              <a:rPr lang="en-US" dirty="0" err="1"/>
              <a:t>scelerisque</a:t>
            </a:r>
            <a:r>
              <a:rPr lang="en-US" dirty="0"/>
              <a:t>. </a:t>
            </a:r>
          </a:p>
        </p:txBody>
      </p:sp>
      <p:sp>
        <p:nvSpPr>
          <p:cNvPr id="13" name="Text Placeholder 2"/>
          <p:cNvSpPr>
            <a:spLocks noGrp="1"/>
          </p:cNvSpPr>
          <p:nvPr>
            <p:ph type="body" idx="11" hasCustomPrompt="1"/>
          </p:nvPr>
        </p:nvSpPr>
        <p:spPr>
          <a:xfrm>
            <a:off x="5300472" y="2185416"/>
            <a:ext cx="4179753" cy="3511409"/>
          </a:xfrm>
          <a:prstGeom prst="rect">
            <a:avLst/>
          </a:prstGeom>
        </p:spPr>
        <p:txBody>
          <a:bodyPr>
            <a:noAutofit/>
          </a:bodyPr>
          <a:lstStyle>
            <a:lvl1pPr marL="0" indent="0">
              <a:lnSpc>
                <a:spcPct val="100000"/>
              </a:lnSpc>
              <a:buNone/>
              <a:defRPr sz="1800" b="0" i="0" spc="-5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err="1"/>
              <a:t>Etiam</a:t>
            </a:r>
            <a:r>
              <a:rPr lang="en-US" dirty="0"/>
              <a:t> </a:t>
            </a:r>
            <a:r>
              <a:rPr lang="en-US" dirty="0" err="1"/>
              <a:t>molestie</a:t>
            </a:r>
            <a:r>
              <a:rPr lang="en-US" dirty="0"/>
              <a:t> </a:t>
            </a:r>
            <a:r>
              <a:rPr lang="en-US" dirty="0" err="1"/>
              <a:t>velit</a:t>
            </a:r>
            <a:r>
              <a:rPr lang="en-US" dirty="0"/>
              <a:t> vitae dolor </a:t>
            </a:r>
            <a:r>
              <a:rPr lang="en-US" dirty="0" err="1"/>
              <a:t>euismod</a:t>
            </a:r>
            <a:r>
              <a:rPr lang="en-US" dirty="0"/>
              <a:t>, sit </a:t>
            </a:r>
            <a:r>
              <a:rPr lang="en-US" dirty="0" err="1"/>
              <a:t>amet</a:t>
            </a:r>
            <a:r>
              <a:rPr lang="en-US" dirty="0"/>
              <a:t> </a:t>
            </a:r>
            <a:r>
              <a:rPr lang="en-US" dirty="0" err="1"/>
              <a:t>finibus</a:t>
            </a:r>
            <a:r>
              <a:rPr lang="en-US" dirty="0"/>
              <a:t> </a:t>
            </a:r>
            <a:r>
              <a:rPr lang="en-US" dirty="0" err="1"/>
              <a:t>risus</a:t>
            </a:r>
            <a:r>
              <a:rPr lang="en-US" dirty="0"/>
              <a:t> </a:t>
            </a:r>
            <a:r>
              <a:rPr lang="en-US" dirty="0" err="1"/>
              <a:t>mattis</a:t>
            </a:r>
            <a:r>
              <a:rPr lang="en-US" dirty="0"/>
              <a:t>. In </a:t>
            </a:r>
            <a:r>
              <a:rPr lang="en-US" dirty="0" err="1"/>
              <a:t>ornare</a:t>
            </a:r>
            <a:r>
              <a:rPr lang="en-US" dirty="0"/>
              <a:t> convallis </a:t>
            </a:r>
            <a:r>
              <a:rPr lang="en-US" dirty="0" err="1"/>
              <a:t>velit</a:t>
            </a:r>
            <a:r>
              <a:rPr lang="en-US" dirty="0"/>
              <a:t> vitae cursus. Integer </a:t>
            </a:r>
            <a:r>
              <a:rPr lang="en-US" dirty="0" err="1"/>
              <a:t>egestas</a:t>
            </a:r>
            <a:r>
              <a:rPr lang="en-US" dirty="0"/>
              <a:t> sit </a:t>
            </a:r>
            <a:r>
              <a:rPr lang="en-US" dirty="0" err="1"/>
              <a:t>amet</a:t>
            </a:r>
            <a:r>
              <a:rPr lang="en-US" dirty="0"/>
              <a:t> mi </a:t>
            </a:r>
            <a:r>
              <a:rPr lang="en-US" dirty="0" err="1"/>
              <a:t>vehicula</a:t>
            </a:r>
            <a:r>
              <a:rPr lang="en-US" dirty="0"/>
              <a:t> </a:t>
            </a:r>
            <a:r>
              <a:rPr lang="en-US" dirty="0" err="1"/>
              <a:t>sollicitudin</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a:t>
            </a:r>
          </a:p>
        </p:txBody>
      </p:sp>
      <p:sp>
        <p:nvSpPr>
          <p:cNvPr id="6" name="Title Placeholder 12"/>
          <p:cNvSpPr>
            <a:spLocks noGrp="1"/>
          </p:cNvSpPr>
          <p:nvPr>
            <p:ph type="title" hasCustomPrompt="1"/>
          </p:nvPr>
        </p:nvSpPr>
        <p:spPr>
          <a:xfrm>
            <a:off x="838200" y="1280160"/>
            <a:ext cx="10515600" cy="507831"/>
          </a:xfrm>
          <a:prstGeom prst="rect">
            <a:avLst/>
          </a:prstGeom>
        </p:spPr>
        <p:txBody>
          <a:bodyPr vert="horz" lIns="91440" tIns="45720" rIns="91440" bIns="45720" rtlCol="0" anchor="b">
            <a:spAutoFit/>
          </a:bodyPr>
          <a:lstStyle>
            <a:lvl1pPr>
              <a:defRPr b="1"/>
            </a:lvl1pPr>
          </a:lstStyle>
          <a:p>
            <a:r>
              <a:rPr lang="en-US" dirty="0"/>
              <a:t>Click to edit title</a:t>
            </a:r>
          </a:p>
        </p:txBody>
      </p:sp>
    </p:spTree>
    <p:extLst>
      <p:ext uri="{BB962C8B-B14F-4D97-AF65-F5344CB8AC3E}">
        <p14:creationId xmlns:p14="http://schemas.microsoft.com/office/powerpoint/2010/main" val="61855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5" name="Text Placeholder 2"/>
          <p:cNvSpPr>
            <a:spLocks noGrp="1"/>
          </p:cNvSpPr>
          <p:nvPr>
            <p:ph type="body" idx="10" hasCustomPrompt="1"/>
          </p:nvPr>
        </p:nvSpPr>
        <p:spPr>
          <a:xfrm>
            <a:off x="838200" y="2185416"/>
            <a:ext cx="10515600" cy="3732425"/>
          </a:xfrm>
          <a:prstGeom prst="rect">
            <a:avLst/>
          </a:prstGeom>
        </p:spPr>
        <p:txBody>
          <a:bodyPr lIns="182880" rIns="182880">
            <a:noAutofit/>
          </a:bodyPr>
          <a:lstStyle>
            <a:lvl1pPr marL="457200" marR="0" indent="-406400" algn="l" defTabSz="914400" rtl="0" eaLnBrk="1" fontAlgn="auto" latinLnBrk="0" hangingPunct="1">
              <a:lnSpc>
                <a:spcPct val="100000"/>
              </a:lnSpc>
              <a:spcBef>
                <a:spcPts val="0"/>
              </a:spcBef>
              <a:spcAft>
                <a:spcPts val="0"/>
              </a:spcAft>
              <a:buClr>
                <a:srgbClr val="005BBB"/>
              </a:buClr>
              <a:buSzPct val="109000"/>
              <a:buFont typeface="Arial" charset="0"/>
              <a:buChar char="•"/>
              <a:tabLst/>
              <a:defRPr sz="1800" b="0" i="0" spc="-5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r>
              <a:rPr lang="en-US" dirty="0" err="1"/>
              <a:t>Quisque</a:t>
            </a:r>
            <a:r>
              <a:rPr lang="en-US" dirty="0"/>
              <a:t> ac </a:t>
            </a:r>
            <a:r>
              <a:rPr lang="en-US" dirty="0" err="1"/>
              <a:t>orci</a:t>
            </a:r>
            <a:r>
              <a:rPr lang="en-US" dirty="0"/>
              <a:t> in </a:t>
            </a:r>
            <a:r>
              <a:rPr lang="en-US" dirty="0" err="1"/>
              <a:t>turpis</a:t>
            </a:r>
            <a:r>
              <a:rPr lang="en-US" dirty="0"/>
              <a:t> </a:t>
            </a:r>
            <a:r>
              <a:rPr lang="en-US" dirty="0" err="1"/>
              <a:t>dapibus</a:t>
            </a:r>
            <a:r>
              <a:rPr lang="en-US" dirty="0"/>
              <a:t> </a:t>
            </a:r>
            <a:r>
              <a:rPr lang="en-US" dirty="0" err="1"/>
              <a:t>sagittis</a:t>
            </a:r>
            <a:r>
              <a:rPr lang="en-US" dirty="0"/>
              <a:t>.</a:t>
            </a:r>
          </a:p>
          <a:p>
            <a:r>
              <a:rPr lang="en-US" dirty="0" err="1"/>
              <a:t>Donec</a:t>
            </a:r>
            <a:r>
              <a:rPr lang="en-US" dirty="0"/>
              <a:t> vitae </a:t>
            </a:r>
            <a:r>
              <a:rPr lang="en-US" dirty="0" err="1"/>
              <a:t>justo</a:t>
            </a:r>
            <a:r>
              <a:rPr lang="en-US" dirty="0"/>
              <a:t> et </a:t>
            </a:r>
            <a:r>
              <a:rPr lang="en-US" dirty="0" err="1"/>
              <a:t>neque</a:t>
            </a:r>
            <a:r>
              <a:rPr lang="en-US" dirty="0"/>
              <a:t> </a:t>
            </a:r>
            <a:r>
              <a:rPr lang="en-US" dirty="0" err="1"/>
              <a:t>mollis</a:t>
            </a:r>
            <a:r>
              <a:rPr lang="en-US" dirty="0"/>
              <a:t> </a:t>
            </a:r>
            <a:r>
              <a:rPr lang="en-US" dirty="0" err="1"/>
              <a:t>consectetur</a:t>
            </a:r>
            <a:r>
              <a:rPr lang="en-US" dirty="0"/>
              <a:t>.</a:t>
            </a:r>
          </a:p>
          <a:p>
            <a:r>
              <a:rPr lang="en-US" dirty="0" err="1"/>
              <a:t>Etiam</a:t>
            </a:r>
            <a:r>
              <a:rPr lang="en-US" dirty="0"/>
              <a:t> </a:t>
            </a:r>
            <a:r>
              <a:rPr lang="en-US" dirty="0" err="1"/>
              <a:t>aliquet</a:t>
            </a:r>
            <a:r>
              <a:rPr lang="en-US" dirty="0"/>
              <a:t> ex </a:t>
            </a:r>
            <a:r>
              <a:rPr lang="en-US" dirty="0" err="1"/>
              <a:t>sed</a:t>
            </a:r>
            <a:r>
              <a:rPr lang="en-US" dirty="0"/>
              <a:t> </a:t>
            </a:r>
            <a:r>
              <a:rPr lang="en-US" dirty="0" err="1"/>
              <a:t>bibendum</a:t>
            </a:r>
            <a:r>
              <a:rPr lang="en-US" dirty="0"/>
              <a:t> </a:t>
            </a:r>
            <a:r>
              <a:rPr lang="en-US" dirty="0" err="1"/>
              <a:t>consequat</a:t>
            </a:r>
            <a:r>
              <a:rPr lang="en-US" dirty="0"/>
              <a:t>.</a:t>
            </a:r>
          </a:p>
          <a:p>
            <a:r>
              <a:rPr lang="en-US" dirty="0" err="1"/>
              <a:t>Cras</a:t>
            </a:r>
            <a:r>
              <a:rPr lang="en-US" dirty="0"/>
              <a:t> </a:t>
            </a:r>
            <a:r>
              <a:rPr lang="en-US" dirty="0" err="1"/>
              <a:t>lacinia</a:t>
            </a:r>
            <a:r>
              <a:rPr lang="en-US" dirty="0"/>
              <a:t> </a:t>
            </a:r>
            <a:r>
              <a:rPr lang="en-US" dirty="0" err="1"/>
              <a:t>est</a:t>
            </a:r>
            <a:r>
              <a:rPr lang="en-US" dirty="0"/>
              <a:t> ac </a:t>
            </a:r>
            <a:r>
              <a:rPr lang="en-US" dirty="0" err="1"/>
              <a:t>elit</a:t>
            </a:r>
            <a:r>
              <a:rPr lang="en-US" dirty="0"/>
              <a:t> </a:t>
            </a:r>
            <a:r>
              <a:rPr lang="en-US" dirty="0" err="1"/>
              <a:t>dignissim</a:t>
            </a:r>
            <a:r>
              <a:rPr lang="en-US" dirty="0"/>
              <a:t> </a:t>
            </a:r>
            <a:r>
              <a:rPr lang="en-US" dirty="0" err="1"/>
              <a:t>varius</a:t>
            </a:r>
            <a:r>
              <a:rPr lang="en-US" dirty="0"/>
              <a:t>.</a:t>
            </a:r>
          </a:p>
          <a:p>
            <a:r>
              <a:rPr lang="en-US" dirty="0" err="1"/>
              <a:t>Duis</a:t>
            </a:r>
            <a:r>
              <a:rPr lang="en-US" dirty="0"/>
              <a:t> sit </a:t>
            </a:r>
            <a:r>
              <a:rPr lang="en-US" dirty="0" err="1"/>
              <a:t>amet</a:t>
            </a:r>
            <a:r>
              <a:rPr lang="en-US" dirty="0"/>
              <a:t> </a:t>
            </a:r>
            <a:r>
              <a:rPr lang="en-US" dirty="0" err="1"/>
              <a:t>odio</a:t>
            </a:r>
            <a:r>
              <a:rPr lang="en-US" dirty="0"/>
              <a:t> </a:t>
            </a:r>
            <a:r>
              <a:rPr lang="en-US" dirty="0" err="1"/>
              <a:t>facilisis</a:t>
            </a:r>
            <a:r>
              <a:rPr lang="en-US" dirty="0"/>
              <a:t> </a:t>
            </a:r>
            <a:r>
              <a:rPr lang="en-US" dirty="0" err="1"/>
              <a:t>turpis</a:t>
            </a:r>
            <a:r>
              <a:rPr lang="en-US" dirty="0"/>
              <a:t> </a:t>
            </a:r>
            <a:r>
              <a:rPr lang="en-US" dirty="0" err="1"/>
              <a:t>sodales</a:t>
            </a:r>
            <a:r>
              <a:rPr lang="en-US" dirty="0"/>
              <a:t> </a:t>
            </a:r>
            <a:r>
              <a:rPr lang="en-US" dirty="0" err="1"/>
              <a:t>placerat</a:t>
            </a:r>
            <a:r>
              <a:rPr lang="en-US" dirty="0"/>
              <a:t>.</a:t>
            </a:r>
          </a:p>
          <a:p>
            <a:r>
              <a:rPr lang="en-US" dirty="0"/>
              <a:t>Justo et neque odio facilisis turpis </a:t>
            </a:r>
            <a:r>
              <a:rPr lang="en-US" dirty="0" err="1"/>
              <a:t>sodales</a:t>
            </a:r>
            <a:r>
              <a:rPr lang="en-US" dirty="0"/>
              <a:t> placerat.</a:t>
            </a:r>
          </a:p>
        </p:txBody>
      </p:sp>
      <p:sp>
        <p:nvSpPr>
          <p:cNvPr id="6" name="Title Placeholder 12"/>
          <p:cNvSpPr>
            <a:spLocks noGrp="1"/>
          </p:cNvSpPr>
          <p:nvPr>
            <p:ph type="title" hasCustomPrompt="1"/>
          </p:nvPr>
        </p:nvSpPr>
        <p:spPr>
          <a:xfrm>
            <a:off x="838200" y="1280160"/>
            <a:ext cx="10515600" cy="507831"/>
          </a:xfrm>
          <a:prstGeom prst="rect">
            <a:avLst/>
          </a:prstGeom>
        </p:spPr>
        <p:txBody>
          <a:bodyPr vert="horz" lIns="91440" tIns="45720" rIns="91440" bIns="45720" rtlCol="0" anchor="b">
            <a:spAutoFit/>
          </a:bodyPr>
          <a:lstStyle>
            <a:lvl1pPr>
              <a:defRPr b="1" baseline="0"/>
            </a:lvl1pPr>
          </a:lstStyle>
          <a:p>
            <a:r>
              <a:rPr lang="en-US" dirty="0"/>
              <a:t>Click to edit title</a:t>
            </a:r>
          </a:p>
        </p:txBody>
      </p:sp>
    </p:spTree>
    <p:extLst>
      <p:ext uri="{BB962C8B-B14F-4D97-AF65-F5344CB8AC3E}">
        <p14:creationId xmlns:p14="http://schemas.microsoft.com/office/powerpoint/2010/main" val="30740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3 level Bullet List">
    <p:spTree>
      <p:nvGrpSpPr>
        <p:cNvPr id="1" name=""/>
        <p:cNvGrpSpPr/>
        <p:nvPr/>
      </p:nvGrpSpPr>
      <p:grpSpPr>
        <a:xfrm>
          <a:off x="0" y="0"/>
          <a:ext cx="0" cy="0"/>
          <a:chOff x="0" y="0"/>
          <a:chExt cx="0" cy="0"/>
        </a:xfrm>
      </p:grpSpPr>
      <p:sp>
        <p:nvSpPr>
          <p:cNvPr id="7" name="Content Placeholder 6"/>
          <p:cNvSpPr>
            <a:spLocks noGrp="1"/>
          </p:cNvSpPr>
          <p:nvPr>
            <p:ph sz="quarter" idx="10" hasCustomPrompt="1"/>
          </p:nvPr>
        </p:nvSpPr>
        <p:spPr>
          <a:xfrm>
            <a:off x="825265" y="2185416"/>
            <a:ext cx="9678987" cy="3848100"/>
          </a:xfrm>
          <a:prstGeom prst="rect">
            <a:avLst/>
          </a:prstGeom>
        </p:spPr>
        <p:txBody>
          <a:bodyPr>
            <a:normAutofit/>
          </a:bodyPr>
          <a:lstStyle>
            <a:lvl1pPr marL="0" indent="0">
              <a:lnSpc>
                <a:spcPct val="100000"/>
              </a:lnSpc>
              <a:spcBef>
                <a:spcPts val="0"/>
              </a:spcBef>
              <a:spcAft>
                <a:spcPts val="0"/>
              </a:spcAft>
              <a:buClr>
                <a:srgbClr val="005BBB"/>
              </a:buClr>
              <a:buFontTx/>
              <a:buNone/>
              <a:defRPr sz="1800" b="1">
                <a:solidFill>
                  <a:srgbClr val="005BBB"/>
                </a:solidFill>
                <a:latin typeface="Calibri" panose="020F0502020204030204" pitchFamily="34" charset="0"/>
                <a:ea typeface="Calibri" panose="020F0502020204030204" pitchFamily="34" charset="0"/>
                <a:cs typeface="Calibri" panose="020F0502020204030204" pitchFamily="34" charset="0"/>
              </a:defRPr>
            </a:lvl1pPr>
            <a:lvl2pPr marL="736600" indent="-279400">
              <a:lnSpc>
                <a:spcPct val="100000"/>
              </a:lnSpc>
              <a:spcBef>
                <a:spcPts val="0"/>
              </a:spcBef>
              <a:spcAft>
                <a:spcPts val="0"/>
              </a:spcAft>
              <a:buClr>
                <a:srgbClr val="005BBB"/>
              </a:buClr>
              <a:buFont typeface="Arial" charset="0"/>
              <a:buChar char="•"/>
              <a:tabLst/>
              <a:defRPr sz="18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143000" marR="0" indent="-228600" algn="l" defTabSz="914400" rtl="0" eaLnBrk="1" fontAlgn="auto" latinLnBrk="0" hangingPunct="1">
              <a:lnSpc>
                <a:spcPct val="100000"/>
              </a:lnSpc>
              <a:spcBef>
                <a:spcPts val="0"/>
              </a:spcBef>
              <a:spcAft>
                <a:spcPts val="0"/>
              </a:spcAft>
              <a:buClr>
                <a:srgbClr val="005BBB"/>
              </a:buClr>
              <a:buSzTx/>
              <a:buFont typeface="LucidaGrande" charset="0"/>
              <a:buChar char="-"/>
              <a:tabLst>
                <a:tab pos="1143000" algn="l"/>
              </a:tabLst>
              <a:defRPr sz="16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buClr>
                <a:srgbClr val="005BBB"/>
              </a:buClr>
              <a:defRPr>
                <a:solidFill>
                  <a:srgbClr val="666666"/>
                </a:solidFill>
                <a:latin typeface="Arial" charset="0"/>
                <a:ea typeface="Arial" charset="0"/>
                <a:cs typeface="Arial" charset="0"/>
              </a:defRPr>
            </a:lvl4pPr>
            <a:lvl5pPr>
              <a:buClr>
                <a:srgbClr val="005BBB"/>
              </a:buClr>
              <a:defRPr>
                <a:solidFill>
                  <a:srgbClr val="666666"/>
                </a:solidFill>
                <a:latin typeface="Arial" charset="0"/>
                <a:ea typeface="Arial" charset="0"/>
                <a:cs typeface="Arial" charset="0"/>
              </a:defRPr>
            </a:lvl5pPr>
          </a:lstStyle>
          <a:p>
            <a:pPr lvl="0"/>
            <a:r>
              <a:rPr lang="en-US" dirty="0"/>
              <a:t>CLICK TO EDIT MASTER TEXT STYLES</a:t>
            </a:r>
          </a:p>
          <a:p>
            <a:pPr lvl="1"/>
            <a:r>
              <a:rPr lang="en-US" dirty="0"/>
              <a:t>Second level text</a:t>
            </a:r>
          </a:p>
          <a:p>
            <a:pPr lvl="2"/>
            <a:r>
              <a:rPr lang="en-US" dirty="0"/>
              <a:t>Third level</a:t>
            </a:r>
          </a:p>
          <a:p>
            <a:pPr lvl="1"/>
            <a:r>
              <a:rPr lang="en-US" dirty="0"/>
              <a:t>Second level text</a:t>
            </a:r>
          </a:p>
          <a:p>
            <a:pPr marL="1143000" marR="0" lvl="2" indent="-228600" algn="l" defTabSz="914400" rtl="0" eaLnBrk="1" fontAlgn="auto" latinLnBrk="0" hangingPunct="1">
              <a:lnSpc>
                <a:spcPts val="2300"/>
              </a:lnSpc>
              <a:spcBef>
                <a:spcPts val="500"/>
              </a:spcBef>
              <a:spcAft>
                <a:spcPts val="0"/>
              </a:spcAft>
              <a:buClr>
                <a:srgbClr val="005BBB"/>
              </a:buClr>
              <a:buSzTx/>
              <a:buFont typeface="LucidaGrande" charset="0"/>
              <a:buChar char="-"/>
              <a:tabLst/>
              <a:defRPr/>
            </a:pPr>
            <a:r>
              <a:rPr lang="en-US" dirty="0"/>
              <a:t>Third level</a:t>
            </a:r>
          </a:p>
          <a:p>
            <a:pPr lvl="0"/>
            <a:r>
              <a:rPr lang="en-US" dirty="0"/>
              <a:t>CLICK TO EDIT MASTER TEXT STYLES</a:t>
            </a:r>
          </a:p>
          <a:p>
            <a:pPr lvl="1"/>
            <a:r>
              <a:rPr lang="en-US" dirty="0"/>
              <a:t>Second level text </a:t>
            </a:r>
          </a:p>
          <a:p>
            <a:pPr lvl="2"/>
            <a:r>
              <a:rPr lang="en-US" dirty="0"/>
              <a:t>Third level</a:t>
            </a:r>
          </a:p>
          <a:p>
            <a:pPr marL="1143000" marR="0" lvl="2" indent="-228600" algn="l" defTabSz="914400" rtl="0" eaLnBrk="1" fontAlgn="auto" latinLnBrk="0" hangingPunct="1">
              <a:lnSpc>
                <a:spcPts val="2300"/>
              </a:lnSpc>
              <a:spcBef>
                <a:spcPts val="500"/>
              </a:spcBef>
              <a:spcAft>
                <a:spcPts val="0"/>
              </a:spcAft>
              <a:buClr>
                <a:srgbClr val="005BBB"/>
              </a:buClr>
              <a:buSzTx/>
              <a:buFont typeface="LucidaGrande" charset="0"/>
              <a:buChar char="-"/>
              <a:tabLst/>
              <a:defRPr/>
            </a:pPr>
            <a:r>
              <a:rPr lang="en-US" dirty="0"/>
              <a:t>Third level</a:t>
            </a:r>
          </a:p>
        </p:txBody>
      </p:sp>
      <p:sp>
        <p:nvSpPr>
          <p:cNvPr id="5" name="Title Placeholder 12"/>
          <p:cNvSpPr>
            <a:spLocks noGrp="1"/>
          </p:cNvSpPr>
          <p:nvPr>
            <p:ph type="title" hasCustomPrompt="1"/>
          </p:nvPr>
        </p:nvSpPr>
        <p:spPr>
          <a:xfrm>
            <a:off x="838200" y="1280160"/>
            <a:ext cx="10515600" cy="507831"/>
          </a:xfrm>
          <a:prstGeom prst="rect">
            <a:avLst/>
          </a:prstGeom>
        </p:spPr>
        <p:txBody>
          <a:bodyPr vert="horz" lIns="91440" tIns="45720" rIns="91440" bIns="45720" rtlCol="0" anchor="b">
            <a:spAutoFit/>
          </a:bodyPr>
          <a:lstStyle>
            <a:lvl1pPr>
              <a:defRPr b="1"/>
            </a:lvl1pPr>
          </a:lstStyle>
          <a:p>
            <a:r>
              <a:rPr lang="en-US" dirty="0"/>
              <a:t>Click to edit title</a:t>
            </a:r>
          </a:p>
        </p:txBody>
      </p:sp>
    </p:spTree>
    <p:extLst>
      <p:ext uri="{BB962C8B-B14F-4D97-AF65-F5344CB8AC3E}">
        <p14:creationId xmlns:p14="http://schemas.microsoft.com/office/powerpoint/2010/main" val="549412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nd Photo">
    <p:spTree>
      <p:nvGrpSpPr>
        <p:cNvPr id="1" name=""/>
        <p:cNvGrpSpPr/>
        <p:nvPr/>
      </p:nvGrpSpPr>
      <p:grpSpPr>
        <a:xfrm>
          <a:off x="0" y="0"/>
          <a:ext cx="0" cy="0"/>
          <a:chOff x="0" y="0"/>
          <a:chExt cx="0" cy="0"/>
        </a:xfrm>
      </p:grpSpPr>
      <p:sp>
        <p:nvSpPr>
          <p:cNvPr id="15" name="Picture Placeholder 2"/>
          <p:cNvSpPr>
            <a:spLocks noGrp="1" noChangeAspect="1"/>
          </p:cNvSpPr>
          <p:nvPr>
            <p:ph type="pic" idx="13"/>
          </p:nvPr>
        </p:nvSpPr>
        <p:spPr>
          <a:xfrm>
            <a:off x="5473700" y="1143001"/>
            <a:ext cx="6718300" cy="5718174"/>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8" name="Text Placeholder 2"/>
          <p:cNvSpPr>
            <a:spLocks noGrp="1"/>
          </p:cNvSpPr>
          <p:nvPr>
            <p:ph type="body" idx="1" hasCustomPrompt="1"/>
          </p:nvPr>
        </p:nvSpPr>
        <p:spPr>
          <a:xfrm>
            <a:off x="566928" y="2185166"/>
            <a:ext cx="4002532" cy="2768327"/>
          </a:xfrm>
          <a:prstGeom prst="rect">
            <a:avLst/>
          </a:prstGeom>
        </p:spPr>
        <p:txBody>
          <a:bodyPr>
            <a:noAutofit/>
          </a:bodyPr>
          <a:lstStyle>
            <a:lvl1pPr marL="0" indent="0">
              <a:lnSpc>
                <a:spcPct val="100000"/>
              </a:lnSpc>
              <a:buNone/>
              <a:defRPr sz="1800" b="0" i="0" spc="-5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r>
              <a:rPr lang="en-US" dirty="0" err="1"/>
              <a:t>Em</a:t>
            </a:r>
            <a:r>
              <a:rPr lang="en-US" dirty="0"/>
              <a:t> </a:t>
            </a:r>
            <a:r>
              <a:rPr lang="en-US" dirty="0" err="1"/>
              <a:t>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Mauris</a:t>
            </a:r>
            <a:r>
              <a:rPr lang="en-US" dirty="0"/>
              <a:t> </a:t>
            </a:r>
            <a:r>
              <a:rPr lang="en-US" dirty="0" err="1"/>
              <a:t>vehicula</a:t>
            </a:r>
            <a:r>
              <a:rPr lang="en-US" dirty="0"/>
              <a:t> dui in </a:t>
            </a:r>
            <a:r>
              <a:rPr lang="en-US" dirty="0" err="1"/>
              <a:t>neque</a:t>
            </a:r>
            <a:r>
              <a:rPr lang="en-US" dirty="0"/>
              <a:t> </a:t>
            </a:r>
            <a:r>
              <a:rPr lang="en-US" dirty="0" err="1"/>
              <a:t>dignissim</a:t>
            </a:r>
            <a:r>
              <a:rPr lang="en-US" dirty="0"/>
              <a:t>, in </a:t>
            </a:r>
            <a:r>
              <a:rPr lang="en-US" dirty="0" err="1"/>
              <a:t>aliquet</a:t>
            </a:r>
            <a:r>
              <a:rPr lang="en-US" dirty="0"/>
              <a:t> </a:t>
            </a:r>
            <a:r>
              <a:rPr lang="en-US" dirty="0" err="1"/>
              <a:t>nisl</a:t>
            </a:r>
            <a:r>
              <a:rPr lang="en-US" dirty="0"/>
              <a:t> </a:t>
            </a:r>
            <a:r>
              <a:rPr lang="en-US" dirty="0" err="1"/>
              <a:t>varius</a:t>
            </a:r>
            <a:r>
              <a:rPr lang="en-US" dirty="0"/>
              <a:t>. </a:t>
            </a:r>
            <a:r>
              <a:rPr lang="en-US" dirty="0" err="1"/>
              <a:t>Sed</a:t>
            </a:r>
            <a:r>
              <a:rPr lang="en-US" dirty="0"/>
              <a:t> a </a:t>
            </a:r>
            <a:r>
              <a:rPr lang="en-US" dirty="0" err="1"/>
              <a:t>erat</a:t>
            </a:r>
            <a:r>
              <a:rPr lang="en-US" dirty="0"/>
              <a:t> </a:t>
            </a:r>
            <a:r>
              <a:rPr lang="en-US" dirty="0" err="1"/>
              <a:t>ut</a:t>
            </a:r>
            <a:r>
              <a:rPr lang="en-US" dirty="0"/>
              <a:t> magna </a:t>
            </a:r>
            <a:r>
              <a:rPr lang="en-US" dirty="0" err="1"/>
              <a:t>vulputate</a:t>
            </a:r>
            <a:r>
              <a:rPr lang="en-US" dirty="0"/>
              <a:t> </a:t>
            </a:r>
            <a:r>
              <a:rPr lang="en-US" dirty="0" err="1"/>
              <a:t>feugiat</a:t>
            </a:r>
            <a:r>
              <a:rPr lang="en-US" dirty="0"/>
              <a:t>. </a:t>
            </a:r>
            <a:r>
              <a:rPr lang="en-US" dirty="0" err="1"/>
              <a:t>Quisque</a:t>
            </a:r>
            <a:r>
              <a:rPr lang="en-US" dirty="0"/>
              <a:t> </a:t>
            </a:r>
            <a:r>
              <a:rPr lang="en-US" dirty="0" err="1"/>
              <a:t>varius</a:t>
            </a:r>
            <a:r>
              <a:rPr lang="en-US" dirty="0"/>
              <a:t> and libero </a:t>
            </a:r>
            <a:r>
              <a:rPr lang="en-US" dirty="0" err="1"/>
              <a:t>placerat</a:t>
            </a:r>
            <a:r>
              <a:rPr lang="en-US" dirty="0"/>
              <a:t> </a:t>
            </a:r>
            <a:r>
              <a:rPr lang="en-US" dirty="0" err="1"/>
              <a:t>erat</a:t>
            </a:r>
            <a:r>
              <a:rPr lang="en-US" dirty="0"/>
              <a:t> </a:t>
            </a:r>
            <a:r>
              <a:rPr lang="en-US" dirty="0" err="1"/>
              <a:t>lobortis</a:t>
            </a:r>
            <a:r>
              <a:rPr lang="en-US" dirty="0"/>
              <a:t> </a:t>
            </a:r>
            <a:r>
              <a:rPr lang="en-US" dirty="0" err="1"/>
              <a:t>congue</a:t>
            </a:r>
            <a:r>
              <a:rPr lang="en-US" dirty="0"/>
              <a:t>. Integer a </a:t>
            </a:r>
            <a:r>
              <a:rPr lang="en-US" dirty="0" err="1"/>
              <a:t>arcu</a:t>
            </a:r>
            <a:r>
              <a:rPr lang="en-US" dirty="0"/>
              <a:t> </a:t>
            </a:r>
            <a:r>
              <a:rPr lang="en-US" dirty="0" err="1"/>
              <a:t>vel</a:t>
            </a:r>
            <a:r>
              <a:rPr lang="en-US" dirty="0"/>
              <a:t> ante </a:t>
            </a:r>
            <a:r>
              <a:rPr lang="en-US" dirty="0" err="1"/>
              <a:t>bibendum</a:t>
            </a:r>
            <a:r>
              <a:rPr lang="en-US" dirty="0"/>
              <a:t> </a:t>
            </a:r>
            <a:r>
              <a:rPr lang="en-US" dirty="0" err="1"/>
              <a:t>scelerisque</a:t>
            </a:r>
            <a:r>
              <a:rPr lang="en-US" dirty="0"/>
              <a:t>. Class </a:t>
            </a:r>
            <a:r>
              <a:rPr lang="en-US" dirty="0" err="1"/>
              <a:t>aptent</a:t>
            </a:r>
            <a:r>
              <a:rPr lang="en-US" dirty="0"/>
              <a:t> </a:t>
            </a:r>
            <a:r>
              <a:rPr lang="en-US" dirty="0" err="1"/>
              <a:t>taciti</a:t>
            </a:r>
            <a:r>
              <a:rPr lang="en-US" dirty="0"/>
              <a:t> </a:t>
            </a:r>
            <a:r>
              <a:rPr lang="en-US" dirty="0" err="1"/>
              <a:t>sociosqu</a:t>
            </a:r>
            <a:r>
              <a:rPr lang="en-US" dirty="0"/>
              <a:t> ad </a:t>
            </a:r>
            <a:r>
              <a:rPr lang="en-US" dirty="0" err="1"/>
              <a:t>litora</a:t>
            </a:r>
            <a:r>
              <a:rPr lang="en-US" dirty="0"/>
              <a:t> </a:t>
            </a:r>
            <a:r>
              <a:rPr lang="en-US" dirty="0" err="1"/>
              <a:t>torquent</a:t>
            </a:r>
            <a:r>
              <a:rPr lang="en-US" dirty="0"/>
              <a:t>.</a:t>
            </a:r>
          </a:p>
        </p:txBody>
      </p:sp>
      <p:sp>
        <p:nvSpPr>
          <p:cNvPr id="5" name="Title Placeholder 12"/>
          <p:cNvSpPr>
            <a:spLocks noGrp="1"/>
          </p:cNvSpPr>
          <p:nvPr>
            <p:ph type="title" hasCustomPrompt="1"/>
          </p:nvPr>
        </p:nvSpPr>
        <p:spPr>
          <a:xfrm>
            <a:off x="566928" y="1316736"/>
            <a:ext cx="4531638" cy="868430"/>
          </a:xfrm>
          <a:prstGeom prst="rect">
            <a:avLst/>
          </a:prstGeom>
        </p:spPr>
        <p:txBody>
          <a:bodyPr vert="horz" lIns="91440" tIns="45720" rIns="91440" bIns="45720" rtlCol="0" anchor="b">
            <a:normAutofit/>
          </a:bodyPr>
          <a:lstStyle>
            <a:lvl1pPr>
              <a:defRPr b="1"/>
            </a:lvl1pPr>
          </a:lstStyle>
          <a:p>
            <a:r>
              <a:rPr lang="en-US" dirty="0"/>
              <a:t>Click to edit title</a:t>
            </a:r>
          </a:p>
        </p:txBody>
      </p:sp>
      <p:sp>
        <p:nvSpPr>
          <p:cNvPr id="7" name="Picture Placeholder 2"/>
          <p:cNvSpPr>
            <a:spLocks noGrp="1" noChangeAspect="1"/>
          </p:cNvSpPr>
          <p:nvPr>
            <p:ph type="pic" idx="14"/>
          </p:nvPr>
        </p:nvSpPr>
        <p:spPr>
          <a:xfrm>
            <a:off x="5626100" y="1295401"/>
            <a:ext cx="6718300" cy="5718174"/>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Tree>
    <p:extLst>
      <p:ext uri="{BB962C8B-B14F-4D97-AF65-F5344CB8AC3E}">
        <p14:creationId xmlns:p14="http://schemas.microsoft.com/office/powerpoint/2010/main" val="1748040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3 Photos">
    <p:spTree>
      <p:nvGrpSpPr>
        <p:cNvPr id="1" name=""/>
        <p:cNvGrpSpPr/>
        <p:nvPr/>
      </p:nvGrpSpPr>
      <p:grpSpPr>
        <a:xfrm>
          <a:off x="0" y="0"/>
          <a:ext cx="0" cy="0"/>
          <a:chOff x="0" y="0"/>
          <a:chExt cx="0" cy="0"/>
        </a:xfrm>
      </p:grpSpPr>
      <p:sp>
        <p:nvSpPr>
          <p:cNvPr id="11" name="Picture Placeholder 2"/>
          <p:cNvSpPr>
            <a:spLocks noGrp="1" noChangeAspect="1"/>
          </p:cNvSpPr>
          <p:nvPr>
            <p:ph type="pic" idx="13"/>
          </p:nvPr>
        </p:nvSpPr>
        <p:spPr>
          <a:xfrm>
            <a:off x="5473699" y="1143001"/>
            <a:ext cx="6718301" cy="2855295"/>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7" name="Picture Placeholder 2"/>
          <p:cNvSpPr>
            <a:spLocks noGrp="1" noChangeAspect="1"/>
          </p:cNvSpPr>
          <p:nvPr>
            <p:ph type="pic" idx="14"/>
          </p:nvPr>
        </p:nvSpPr>
        <p:spPr>
          <a:xfrm>
            <a:off x="5473699" y="3998296"/>
            <a:ext cx="3429001"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9" name="Picture Placeholder 2"/>
          <p:cNvSpPr>
            <a:spLocks noGrp="1" noChangeAspect="1"/>
          </p:cNvSpPr>
          <p:nvPr>
            <p:ph type="pic" idx="15"/>
          </p:nvPr>
        </p:nvSpPr>
        <p:spPr>
          <a:xfrm>
            <a:off x="8902701" y="3998296"/>
            <a:ext cx="3289300"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10" name="Text Placeholder 2"/>
          <p:cNvSpPr>
            <a:spLocks noGrp="1"/>
          </p:cNvSpPr>
          <p:nvPr>
            <p:ph type="body" idx="1" hasCustomPrompt="1"/>
          </p:nvPr>
        </p:nvSpPr>
        <p:spPr>
          <a:xfrm>
            <a:off x="566927" y="2189263"/>
            <a:ext cx="4002532" cy="2768327"/>
          </a:xfrm>
          <a:prstGeom prst="rect">
            <a:avLst/>
          </a:prstGeom>
        </p:spPr>
        <p:txBody>
          <a:bodyPr>
            <a:noAutofit/>
          </a:bodyPr>
          <a:lstStyle>
            <a:lvl1pPr marL="0" indent="0">
              <a:lnSpc>
                <a:spcPct val="100000"/>
              </a:lnSpc>
              <a:buNone/>
              <a:defRPr sz="1800" b="0" i="0" spc="-5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r>
              <a:rPr lang="en-US" dirty="0" err="1"/>
              <a:t>Em</a:t>
            </a:r>
            <a:r>
              <a:rPr lang="en-US" dirty="0"/>
              <a:t> </a:t>
            </a:r>
            <a:r>
              <a:rPr lang="en-US" dirty="0" err="1"/>
              <a:t>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Mauris</a:t>
            </a:r>
            <a:r>
              <a:rPr lang="en-US" dirty="0"/>
              <a:t> </a:t>
            </a:r>
            <a:r>
              <a:rPr lang="en-US" dirty="0" err="1"/>
              <a:t>vehicula</a:t>
            </a:r>
            <a:r>
              <a:rPr lang="en-US" dirty="0"/>
              <a:t> dui in </a:t>
            </a:r>
            <a:r>
              <a:rPr lang="en-US" dirty="0" err="1"/>
              <a:t>neque</a:t>
            </a:r>
            <a:r>
              <a:rPr lang="en-US" dirty="0"/>
              <a:t> </a:t>
            </a:r>
            <a:r>
              <a:rPr lang="en-US" dirty="0" err="1"/>
              <a:t>dignissim</a:t>
            </a:r>
            <a:r>
              <a:rPr lang="en-US" dirty="0"/>
              <a:t>, in </a:t>
            </a:r>
            <a:r>
              <a:rPr lang="en-US" dirty="0" err="1"/>
              <a:t>aliquet</a:t>
            </a:r>
            <a:r>
              <a:rPr lang="en-US" dirty="0"/>
              <a:t> </a:t>
            </a:r>
            <a:r>
              <a:rPr lang="en-US" dirty="0" err="1"/>
              <a:t>nisl</a:t>
            </a:r>
            <a:r>
              <a:rPr lang="en-US" dirty="0"/>
              <a:t> </a:t>
            </a:r>
            <a:r>
              <a:rPr lang="en-US" dirty="0" err="1"/>
              <a:t>varius</a:t>
            </a:r>
            <a:r>
              <a:rPr lang="en-US" dirty="0"/>
              <a:t>. </a:t>
            </a:r>
            <a:r>
              <a:rPr lang="en-US" dirty="0" err="1"/>
              <a:t>Sed</a:t>
            </a:r>
            <a:r>
              <a:rPr lang="en-US" dirty="0"/>
              <a:t> a </a:t>
            </a:r>
            <a:r>
              <a:rPr lang="en-US" dirty="0" err="1"/>
              <a:t>erat</a:t>
            </a:r>
            <a:r>
              <a:rPr lang="en-US" dirty="0"/>
              <a:t> </a:t>
            </a:r>
            <a:r>
              <a:rPr lang="en-US" dirty="0" err="1"/>
              <a:t>ut</a:t>
            </a:r>
            <a:r>
              <a:rPr lang="en-US" dirty="0"/>
              <a:t> magna </a:t>
            </a:r>
            <a:r>
              <a:rPr lang="en-US" dirty="0" err="1"/>
              <a:t>vulputate</a:t>
            </a:r>
            <a:r>
              <a:rPr lang="en-US" dirty="0"/>
              <a:t> </a:t>
            </a:r>
            <a:r>
              <a:rPr lang="en-US" dirty="0" err="1"/>
              <a:t>feugiat</a:t>
            </a:r>
            <a:r>
              <a:rPr lang="en-US" dirty="0"/>
              <a:t>. </a:t>
            </a:r>
            <a:r>
              <a:rPr lang="en-US" dirty="0" err="1"/>
              <a:t>Quisque</a:t>
            </a:r>
            <a:r>
              <a:rPr lang="en-US" dirty="0"/>
              <a:t> </a:t>
            </a:r>
            <a:r>
              <a:rPr lang="en-US" dirty="0" err="1"/>
              <a:t>varius</a:t>
            </a:r>
            <a:r>
              <a:rPr lang="en-US" dirty="0"/>
              <a:t> and libero </a:t>
            </a:r>
            <a:r>
              <a:rPr lang="en-US" dirty="0" err="1"/>
              <a:t>placerat</a:t>
            </a:r>
            <a:r>
              <a:rPr lang="en-US" dirty="0"/>
              <a:t> </a:t>
            </a:r>
            <a:r>
              <a:rPr lang="en-US" dirty="0" err="1"/>
              <a:t>erat</a:t>
            </a:r>
            <a:r>
              <a:rPr lang="en-US" dirty="0"/>
              <a:t> </a:t>
            </a:r>
            <a:r>
              <a:rPr lang="en-US" dirty="0" err="1"/>
              <a:t>lobortis</a:t>
            </a:r>
            <a:r>
              <a:rPr lang="en-US" dirty="0"/>
              <a:t> </a:t>
            </a:r>
            <a:r>
              <a:rPr lang="en-US" dirty="0" err="1"/>
              <a:t>congue</a:t>
            </a:r>
            <a:r>
              <a:rPr lang="en-US" dirty="0"/>
              <a:t>. Integer a </a:t>
            </a:r>
            <a:r>
              <a:rPr lang="en-US" dirty="0" err="1"/>
              <a:t>arcu</a:t>
            </a:r>
            <a:r>
              <a:rPr lang="en-US" dirty="0"/>
              <a:t> </a:t>
            </a:r>
            <a:r>
              <a:rPr lang="en-US" dirty="0" err="1"/>
              <a:t>vel</a:t>
            </a:r>
            <a:r>
              <a:rPr lang="en-US" dirty="0"/>
              <a:t> ante </a:t>
            </a:r>
            <a:r>
              <a:rPr lang="en-US" dirty="0" err="1"/>
              <a:t>bibendum</a:t>
            </a:r>
            <a:r>
              <a:rPr lang="en-US" dirty="0"/>
              <a:t> </a:t>
            </a:r>
            <a:r>
              <a:rPr lang="en-US" dirty="0" err="1"/>
              <a:t>scelerisque</a:t>
            </a:r>
            <a:r>
              <a:rPr lang="en-US" dirty="0"/>
              <a:t>. Class </a:t>
            </a:r>
            <a:r>
              <a:rPr lang="en-US" dirty="0" err="1"/>
              <a:t>aptent</a:t>
            </a:r>
            <a:r>
              <a:rPr lang="en-US" dirty="0"/>
              <a:t> </a:t>
            </a:r>
            <a:r>
              <a:rPr lang="en-US" dirty="0" err="1"/>
              <a:t>taciti</a:t>
            </a:r>
            <a:r>
              <a:rPr lang="en-US" dirty="0"/>
              <a:t> </a:t>
            </a:r>
            <a:r>
              <a:rPr lang="en-US" dirty="0" err="1"/>
              <a:t>sociosqu</a:t>
            </a:r>
            <a:r>
              <a:rPr lang="en-US" dirty="0"/>
              <a:t> ad </a:t>
            </a:r>
            <a:r>
              <a:rPr lang="en-US" dirty="0" err="1"/>
              <a:t>litora</a:t>
            </a:r>
            <a:r>
              <a:rPr lang="en-US" dirty="0"/>
              <a:t> </a:t>
            </a:r>
            <a:r>
              <a:rPr lang="en-US" dirty="0" err="1"/>
              <a:t>torquent</a:t>
            </a:r>
            <a:r>
              <a:rPr lang="en-US" dirty="0"/>
              <a:t>.</a:t>
            </a:r>
          </a:p>
        </p:txBody>
      </p:sp>
      <p:sp>
        <p:nvSpPr>
          <p:cNvPr id="8" name="Title Placeholder 12"/>
          <p:cNvSpPr>
            <a:spLocks noGrp="1"/>
          </p:cNvSpPr>
          <p:nvPr>
            <p:ph type="title" hasCustomPrompt="1"/>
          </p:nvPr>
        </p:nvSpPr>
        <p:spPr>
          <a:xfrm>
            <a:off x="566928" y="1316736"/>
            <a:ext cx="4531638" cy="868430"/>
          </a:xfrm>
          <a:prstGeom prst="rect">
            <a:avLst/>
          </a:prstGeom>
        </p:spPr>
        <p:txBody>
          <a:bodyPr vert="horz" lIns="91440" tIns="45720" rIns="91440" bIns="45720" rtlCol="0" anchor="b">
            <a:normAutofit/>
          </a:bodyPr>
          <a:lstStyle/>
          <a:p>
            <a:r>
              <a:rPr lang="en-US" dirty="0"/>
              <a:t>Click to edit title</a:t>
            </a:r>
          </a:p>
        </p:txBody>
      </p:sp>
    </p:spTree>
    <p:extLst>
      <p:ext uri="{BB962C8B-B14F-4D97-AF65-F5344CB8AC3E}">
        <p14:creationId xmlns:p14="http://schemas.microsoft.com/office/powerpoint/2010/main" val="1787271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3" name="Picture Placeholder 2"/>
          <p:cNvSpPr>
            <a:spLocks noGrp="1" noChangeAspect="1"/>
          </p:cNvSpPr>
          <p:nvPr>
            <p:ph type="pic" idx="13"/>
          </p:nvPr>
        </p:nvSpPr>
        <p:spPr>
          <a:xfrm>
            <a:off x="0" y="1143001"/>
            <a:ext cx="12192000" cy="5718174"/>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Tree>
    <p:extLst>
      <p:ext uri="{BB962C8B-B14F-4D97-AF65-F5344CB8AC3E}">
        <p14:creationId xmlns:p14="http://schemas.microsoft.com/office/powerpoint/2010/main" val="784519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1280160"/>
            <a:ext cx="10515600" cy="507831"/>
          </a:xfrm>
        </p:spPr>
        <p:txBody>
          <a:bodyPr>
            <a:spAutoFit/>
          </a:bodyPr>
          <a:lstStyle>
            <a:lvl1pPr>
              <a:defRPr>
                <a:latin typeface="Calibri" panose="020F0502020204030204" pitchFamily="34" charset="0"/>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42941682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No 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7734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68638" y="0"/>
            <a:ext cx="1169605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6" algn="ctr"/>
            <a:r>
              <a:rPr lang="en-US" sz="2400" dirty="0">
                <a:latin typeface="Arial" charset="0"/>
              </a:rPr>
              <a:t>‘-</a:t>
            </a:r>
          </a:p>
        </p:txBody>
      </p:sp>
      <p:sp>
        <p:nvSpPr>
          <p:cNvPr id="8" name="Title 1"/>
          <p:cNvSpPr txBox="1">
            <a:spLocks/>
          </p:cNvSpPr>
          <p:nvPr userDrawn="1"/>
        </p:nvSpPr>
        <p:spPr>
          <a:xfrm>
            <a:off x="2045778" y="1023929"/>
            <a:ext cx="8557756" cy="1402691"/>
          </a:xfrm>
          <a:prstGeom prst="rect">
            <a:avLst/>
          </a:prstGeom>
        </p:spPr>
        <p:txBody>
          <a:bodyPr anchor="t" anchorCtr="0">
            <a:normAutofit/>
          </a:bodyPr>
          <a:lstStyle>
            <a:lvl1pPr algn="l" defTabSz="685800" rtl="0" eaLnBrk="1" latinLnBrk="0" hangingPunct="1">
              <a:lnSpc>
                <a:spcPct val="80000"/>
              </a:lnSpc>
              <a:spcBef>
                <a:spcPct val="0"/>
              </a:spcBef>
              <a:buNone/>
              <a:defRPr sz="3600" b="1" i="0" kern="1200" baseline="0">
                <a:solidFill>
                  <a:schemeClr val="tx1"/>
                </a:solidFill>
                <a:latin typeface="Effra Trial Heavy" charset="0"/>
                <a:ea typeface="Effra Trial Heavy" charset="0"/>
                <a:cs typeface="Effra Trial Heavy" charset="0"/>
              </a:defRPr>
            </a:lvl1pPr>
          </a:lstStyle>
          <a:p>
            <a:endParaRPr lang="en-US" sz="4800" dirty="0">
              <a:latin typeface="Georgia" charset="0"/>
              <a:ea typeface="Georgia" charset="0"/>
              <a:cs typeface="Georgia" charset="0"/>
            </a:endParaRPr>
          </a:p>
        </p:txBody>
      </p:sp>
      <p:sp>
        <p:nvSpPr>
          <p:cNvPr id="9" name="Text Placeholder 2"/>
          <p:cNvSpPr txBox="1">
            <a:spLocks/>
          </p:cNvSpPr>
          <p:nvPr userDrawn="1"/>
        </p:nvSpPr>
        <p:spPr>
          <a:xfrm>
            <a:off x="2045778" y="2555888"/>
            <a:ext cx="8557756" cy="3078205"/>
          </a:xfrm>
          <a:prstGeom prst="rect">
            <a:avLst/>
          </a:prstGeom>
        </p:spPr>
        <p:txBody>
          <a:bodyPr>
            <a:noAutofit/>
          </a:bodyPr>
          <a:lstStyle>
            <a:lvl1pPr marL="0" indent="0" algn="l" defTabSz="685800" rtl="0" eaLnBrk="1" latinLnBrk="0" hangingPunct="1">
              <a:lnSpc>
                <a:spcPct val="100000"/>
              </a:lnSpc>
              <a:spcBef>
                <a:spcPts val="750"/>
              </a:spcBef>
              <a:buFont typeface="Arial" panose="020B0604020202020204" pitchFamily="34" charset="0"/>
              <a:buNone/>
              <a:defRPr sz="1200" b="0" i="0" kern="1200">
                <a:solidFill>
                  <a:srgbClr val="828383"/>
                </a:solidFill>
                <a:latin typeface="Museo Slab 100" charset="0"/>
                <a:ea typeface="Museo Slab 100" charset="0"/>
                <a:cs typeface="Museo Slab 100" charset="0"/>
              </a:defRPr>
            </a:lvl1pPr>
            <a:lvl2pPr marL="342900" indent="0" algn="l" defTabSz="685800" rtl="0" eaLnBrk="1" latinLnBrk="0" hangingPunct="1">
              <a:lnSpc>
                <a:spcPct val="90000"/>
              </a:lnSpc>
              <a:spcBef>
                <a:spcPts val="375"/>
              </a:spcBef>
              <a:buFont typeface="Arial" panose="020B0604020202020204" pitchFamily="34" charset="0"/>
              <a:buNone/>
              <a:defRPr sz="1500" kern="1200">
                <a:solidFill>
                  <a:schemeClr val="tx1">
                    <a:tint val="75000"/>
                  </a:schemeClr>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350" kern="1200">
                <a:solidFill>
                  <a:schemeClr val="tx1">
                    <a:tint val="75000"/>
                  </a:schemeClr>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9pPr>
          </a:lstStyle>
          <a:p>
            <a:endParaRPr lang="en-US" sz="1600" dirty="0">
              <a:latin typeface="Arial" charset="0"/>
              <a:ea typeface="Arial" charset="0"/>
              <a:cs typeface="Arial" charset="0"/>
            </a:endParaRPr>
          </a:p>
        </p:txBody>
      </p:sp>
      <p:pic>
        <p:nvPicPr>
          <p:cNvPr id="14" name="Picture 13"/>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0"/>
            <a:ext cx="12188950" cy="6857998"/>
          </a:xfrm>
          <a:prstGeom prst="rect">
            <a:avLst/>
          </a:prstGeom>
        </p:spPr>
      </p:pic>
      <p:sp>
        <p:nvSpPr>
          <p:cNvPr id="12" name="Text Placeholder 11"/>
          <p:cNvSpPr>
            <a:spLocks noGrp="1"/>
          </p:cNvSpPr>
          <p:nvPr>
            <p:ph type="body" idx="1"/>
          </p:nvPr>
        </p:nvSpPr>
        <p:spPr>
          <a:xfrm>
            <a:off x="838200" y="2039400"/>
            <a:ext cx="10515600" cy="409409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13" name="Title Placeholder 12"/>
          <p:cNvSpPr>
            <a:spLocks noGrp="1"/>
          </p:cNvSpPr>
          <p:nvPr>
            <p:ph type="title"/>
          </p:nvPr>
        </p:nvSpPr>
        <p:spPr>
          <a:xfrm>
            <a:off x="838200" y="1280160"/>
            <a:ext cx="10515600" cy="507831"/>
          </a:xfrm>
          <a:prstGeom prst="rect">
            <a:avLst/>
          </a:prstGeom>
        </p:spPr>
        <p:txBody>
          <a:bodyPr vert="horz" lIns="91440" tIns="45720" rIns="91440" bIns="45720" rtlCol="0" anchor="b">
            <a:spAutoFit/>
          </a:bodyPr>
          <a:lstStyle/>
          <a:p>
            <a:r>
              <a:rPr lang="en-US" dirty="0"/>
              <a:t>Click to edit title</a:t>
            </a:r>
          </a:p>
        </p:txBody>
      </p:sp>
      <p:sp>
        <p:nvSpPr>
          <p:cNvPr id="11" name="Slide Number Placeholder 6"/>
          <p:cNvSpPr txBox="1">
            <a:spLocks/>
          </p:cNvSpPr>
          <p:nvPr userDrawn="1"/>
        </p:nvSpPr>
        <p:spPr>
          <a:xfrm>
            <a:off x="10255504" y="6240989"/>
            <a:ext cx="725424" cy="534516"/>
          </a:xfrm>
          <a:prstGeom prst="rect">
            <a:avLst/>
          </a:prstGeom>
        </p:spPr>
        <p:txBody>
          <a:bodyPr vert="horz" lIns="121920" tIns="60960" rIns="121920" bIns="60960" rtlCol="0" anchor="ctr"/>
          <a:lstStyle>
            <a:defPPr>
              <a:defRPr lang="en-US"/>
            </a:defPPr>
            <a:lvl1pPr marL="0" algn="r" defTabSz="685800" rtl="0" eaLnBrk="1" latinLnBrk="0" hangingPunct="1">
              <a:defRPr sz="1000" b="1" i="0" kern="1200">
                <a:solidFill>
                  <a:srgbClr val="828383"/>
                </a:solidFill>
                <a:latin typeface="Museo Slab 900" charset="0"/>
                <a:ea typeface="Museo Slab 900" charset="0"/>
                <a:cs typeface="Museo Slab 900"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2915D2C3-7EB9-F849-9C19-1CC92E2870ED}" type="slidenum">
              <a:rPr lang="en-US" sz="1600" b="1" smtClean="0">
                <a:solidFill>
                  <a:schemeClr val="tx1"/>
                </a:solidFill>
                <a:latin typeface="Arial" charset="0"/>
                <a:ea typeface="Arial" charset="0"/>
                <a:cs typeface="Arial" charset="0"/>
              </a:rPr>
              <a:pPr/>
              <a:t>‹#›</a:t>
            </a:fld>
            <a:endParaRPr lang="en-US" sz="1600" b="1" dirty="0">
              <a:solidFill>
                <a:schemeClr val="tx1"/>
              </a:solidFill>
              <a:latin typeface="Arial" charset="0"/>
              <a:ea typeface="Arial" charset="0"/>
              <a:cs typeface="Arial" charset="0"/>
            </a:endParaRPr>
          </a:p>
        </p:txBody>
      </p:sp>
      <p:pic>
        <p:nvPicPr>
          <p:cNvPr id="3" name="Picture 2"/>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419100" y="366636"/>
            <a:ext cx="4800600" cy="356028"/>
          </a:xfrm>
          <a:prstGeom prst="rect">
            <a:avLst/>
          </a:prstGeom>
        </p:spPr>
      </p:pic>
    </p:spTree>
    <p:extLst>
      <p:ext uri="{BB962C8B-B14F-4D97-AF65-F5344CB8AC3E}">
        <p14:creationId xmlns:p14="http://schemas.microsoft.com/office/powerpoint/2010/main" val="538035647"/>
      </p:ext>
    </p:extLst>
  </p:cSld>
  <p:clrMap bg1="lt1" tx1="dk1" bg2="lt2" tx2="dk2" accent1="accent1" accent2="accent2" accent3="accent3" accent4="accent4" accent5="accent5" accent6="accent6" hlink="hlink" folHlink="folHlink"/>
  <p:sldLayoutIdLst>
    <p:sldLayoutId id="2147483908" r:id="rId1"/>
    <p:sldLayoutId id="2147483896" r:id="rId2"/>
    <p:sldLayoutId id="2147483894" r:id="rId3"/>
    <p:sldLayoutId id="2147483909" r:id="rId4"/>
    <p:sldLayoutId id="2147483895" r:id="rId5"/>
    <p:sldLayoutId id="2147483897" r:id="rId6"/>
    <p:sldLayoutId id="2147483907" r:id="rId7"/>
    <p:sldLayoutId id="2147483898" r:id="rId8"/>
    <p:sldLayoutId id="2147483900" r:id="rId9"/>
    <p:sldLayoutId id="2147483906" r:id="rId10"/>
    <p:sldLayoutId id="2147483902" r:id="rId11"/>
    <p:sldLayoutId id="2147483910" r:id="rId12"/>
    <p:sldLayoutId id="2147483911" r:id="rId13"/>
  </p:sldLayoutIdLst>
  <p:hf hdr="0" dt="0"/>
  <p:txStyles>
    <p:titleStyle>
      <a:lvl1pPr algn="ctr" defTabSz="914400" rtl="0" eaLnBrk="1" latinLnBrk="0" hangingPunct="1">
        <a:lnSpc>
          <a:spcPct val="90000"/>
        </a:lnSpc>
        <a:spcBef>
          <a:spcPct val="0"/>
        </a:spcBef>
        <a:buNone/>
        <a:defRPr sz="3000" b="1" kern="1200">
          <a:solidFill>
            <a:schemeClr val="tx2"/>
          </a:solidFill>
          <a:latin typeface="Calibri" panose="020F0502020204030204" pitchFamily="34" charset="0"/>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100000"/>
        </a:lnSpc>
        <a:spcBef>
          <a:spcPts val="0"/>
        </a:spcBef>
        <a:buClr>
          <a:srgbClr val="005BBB"/>
        </a:buClr>
        <a:buFont typeface="Arial" panose="020B0604020202020204" pitchFamily="34" charset="0"/>
        <a:buChar char="•"/>
        <a:defRPr sz="180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100000"/>
        </a:lnSpc>
        <a:spcBef>
          <a:spcPts val="0"/>
        </a:spcBef>
        <a:buClr>
          <a:srgbClr val="005BBB"/>
        </a:buClr>
        <a:buFont typeface="Arial" panose="020B0604020202020204" pitchFamily="34" charset="0"/>
        <a:buChar char="•"/>
        <a:defRPr sz="180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143000" indent="-228600" algn="l" defTabSz="914400" rtl="0" eaLnBrk="1" latinLnBrk="0" hangingPunct="1">
        <a:lnSpc>
          <a:spcPct val="100000"/>
        </a:lnSpc>
        <a:spcBef>
          <a:spcPts val="0"/>
        </a:spcBef>
        <a:buClr>
          <a:srgbClr val="005BBB"/>
        </a:buClr>
        <a:buFont typeface="LucidaGrande" charset="0"/>
        <a:buChar char="-"/>
        <a:defRPr sz="160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880">
          <p15:clr>
            <a:srgbClr val="F26B43"/>
          </p15:clr>
        </p15:guide>
        <p15:guide id="2" pos="416">
          <p15:clr>
            <a:srgbClr val="F26B43"/>
          </p15:clr>
        </p15:guide>
        <p15:guide id="3" orient="horz" pos="4016">
          <p15:clr>
            <a:srgbClr val="F26B43"/>
          </p15:clr>
        </p15:guide>
        <p15:guide id="4" pos="7392">
          <p15:clr>
            <a:srgbClr val="F26B43"/>
          </p15:clr>
        </p15:guide>
        <p15:guide id="5" pos="288">
          <p15:clr>
            <a:srgbClr val="F26B43"/>
          </p15:clr>
        </p15:guide>
        <p15:guide id="6" pos="4464">
          <p15:clr>
            <a:srgbClr val="F26B43"/>
          </p15:clr>
        </p15:guide>
        <p15:guide id="7" pos="4704">
          <p15:clr>
            <a:srgbClr val="F26B43"/>
          </p15:clr>
        </p15:guide>
        <p15:guide id="8" pos="4512">
          <p15:clr>
            <a:srgbClr val="F26B43"/>
          </p15:clr>
        </p15:guide>
        <p15:guide id="9" orient="horz" pos="1848">
          <p15:clr>
            <a:srgbClr val="F26B43"/>
          </p15:clr>
        </p15:guide>
        <p15:guide id="10" orient="horz" pos="1896">
          <p15:clr>
            <a:srgbClr val="F26B43"/>
          </p15:clr>
        </p15:guide>
        <p15:guide id="11" orient="horz" pos="2880">
          <p15:clr>
            <a:srgbClr val="F26B43"/>
          </p15:clr>
        </p15:guide>
        <p15:guide id="12" orient="horz" pos="28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image" Target="../media/image17.png"/><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tags" Target="../tags/tag8.xml"/><Relationship Id="rId16" Type="http://schemas.openxmlformats.org/officeDocument/2006/relationships/image" Target="../media/image20.png"/><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15.png"/><Relationship Id="rId5" Type="http://schemas.openxmlformats.org/officeDocument/2006/relationships/tags" Target="../tags/tag11.xml"/><Relationship Id="rId15" Type="http://schemas.openxmlformats.org/officeDocument/2006/relationships/image" Target="../media/image19.png"/><Relationship Id="rId10" Type="http://schemas.openxmlformats.org/officeDocument/2006/relationships/notesSlide" Target="../notesSlides/notesSlide2.xml"/><Relationship Id="rId4" Type="http://schemas.openxmlformats.org/officeDocument/2006/relationships/tags" Target="../tags/tag10.xml"/><Relationship Id="rId9" Type="http://schemas.openxmlformats.org/officeDocument/2006/relationships/slideLayout" Target="../slideLayouts/slideLayout12.xml"/><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slideLayout" Target="../slideLayouts/slideLayout12.xml"/><Relationship Id="rId18" Type="http://schemas.openxmlformats.org/officeDocument/2006/relationships/image" Target="../media/image25.png"/><Relationship Id="rId3" Type="http://schemas.openxmlformats.org/officeDocument/2006/relationships/tags" Target="../tags/tag17.xml"/><Relationship Id="rId21" Type="http://schemas.openxmlformats.org/officeDocument/2006/relationships/image" Target="../media/image28.png"/><Relationship Id="rId7" Type="http://schemas.openxmlformats.org/officeDocument/2006/relationships/tags" Target="../tags/tag21.xml"/><Relationship Id="rId12" Type="http://schemas.openxmlformats.org/officeDocument/2006/relationships/tags" Target="../tags/tag26.xml"/><Relationship Id="rId17" Type="http://schemas.openxmlformats.org/officeDocument/2006/relationships/image" Target="../media/image24.png"/><Relationship Id="rId2" Type="http://schemas.openxmlformats.org/officeDocument/2006/relationships/tags" Target="../tags/tag16.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24" Type="http://schemas.openxmlformats.org/officeDocument/2006/relationships/image" Target="../media/image31.png"/><Relationship Id="rId5" Type="http://schemas.openxmlformats.org/officeDocument/2006/relationships/tags" Target="../tags/tag19.xml"/><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tags" Target="../tags/tag24.xml"/><Relationship Id="rId19" Type="http://schemas.openxmlformats.org/officeDocument/2006/relationships/image" Target="../media/image26.png"/><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notesSlide" Target="../notesSlides/notesSlide3.xml"/><Relationship Id="rId22"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tags" Target="../tags/tag33.xml"/><Relationship Id="rId7" Type="http://schemas.openxmlformats.org/officeDocument/2006/relationships/image" Target="../media/image33.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36.png"/><Relationship Id="rId5" Type="http://schemas.openxmlformats.org/officeDocument/2006/relationships/slideLayout" Target="../slideLayouts/slideLayout12.xml"/><Relationship Id="rId4" Type="http://schemas.openxmlformats.org/officeDocument/2006/relationships/tags" Target="../tags/tag34.xml"/><Relationship Id="rId9"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37.xml"/><Relationship Id="rId7" Type="http://schemas.openxmlformats.org/officeDocument/2006/relationships/image" Target="../media/image41.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notesSlide" Target="../notesSlides/notesSlide5.xml"/><Relationship Id="rId5" Type="http://schemas.openxmlformats.org/officeDocument/2006/relationships/slideLayout" Target="../slideLayouts/slideLayout12.xml"/><Relationship Id="rId10" Type="http://schemas.openxmlformats.org/officeDocument/2006/relationships/image" Target="../media/image44.png"/><Relationship Id="rId4" Type="http://schemas.openxmlformats.org/officeDocument/2006/relationships/tags" Target="../tags/tag38.xml"/><Relationship Id="rId9"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tags" Target="../tags/tag41.xml"/><Relationship Id="rId7" Type="http://schemas.openxmlformats.org/officeDocument/2006/relationships/image" Target="../media/image33.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36.png"/><Relationship Id="rId5" Type="http://schemas.openxmlformats.org/officeDocument/2006/relationships/slideLayout" Target="../slideLayouts/slideLayout12.xml"/><Relationship Id="rId4" Type="http://schemas.openxmlformats.org/officeDocument/2006/relationships/tags" Target="../tags/tag42.xml"/><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12.xml"/><Relationship Id="rId1" Type="http://schemas.openxmlformats.org/officeDocument/2006/relationships/tags" Target="../tags/tag43.xml"/></Relationships>
</file>

<file path=ppt/slides/_rels/slide15.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image" Target="../media/image48.png"/><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tags" Target="../tags/tag45.xml"/><Relationship Id="rId16" Type="http://schemas.openxmlformats.org/officeDocument/2006/relationships/image" Target="../media/image51.pn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image" Target="../media/image46.png"/><Relationship Id="rId5" Type="http://schemas.openxmlformats.org/officeDocument/2006/relationships/tags" Target="../tags/tag48.xml"/><Relationship Id="rId15" Type="http://schemas.openxmlformats.org/officeDocument/2006/relationships/image" Target="../media/image50.png"/><Relationship Id="rId10" Type="http://schemas.openxmlformats.org/officeDocument/2006/relationships/notesSlide" Target="../notesSlides/notesSlide6.xml"/><Relationship Id="rId4" Type="http://schemas.openxmlformats.org/officeDocument/2006/relationships/tags" Target="../tags/tag47.xml"/><Relationship Id="rId9" Type="http://schemas.openxmlformats.org/officeDocument/2006/relationships/slideLayout" Target="../slideLayouts/slideLayout12.xml"/><Relationship Id="rId14" Type="http://schemas.openxmlformats.org/officeDocument/2006/relationships/image" Target="../media/image49.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55.png"/><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image" Target="../media/image51.png"/><Relationship Id="rId2" Type="http://schemas.openxmlformats.org/officeDocument/2006/relationships/tags" Target="../tags/tag53.xml"/><Relationship Id="rId16" Type="http://schemas.openxmlformats.org/officeDocument/2006/relationships/image" Target="../media/image58.png"/><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image" Target="../media/image54.png"/><Relationship Id="rId5" Type="http://schemas.openxmlformats.org/officeDocument/2006/relationships/tags" Target="../tags/tag56.xml"/><Relationship Id="rId15" Type="http://schemas.openxmlformats.org/officeDocument/2006/relationships/image" Target="../media/image57.png"/><Relationship Id="rId10" Type="http://schemas.openxmlformats.org/officeDocument/2006/relationships/image" Target="../media/image53.png"/><Relationship Id="rId4" Type="http://schemas.openxmlformats.org/officeDocument/2006/relationships/tags" Target="../tags/tag55.xml"/><Relationship Id="rId9" Type="http://schemas.openxmlformats.org/officeDocument/2006/relationships/notesSlide" Target="../notesSlides/notesSlide7.xml"/><Relationship Id="rId1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81670" y="4026169"/>
            <a:ext cx="4662834"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Crystal structure picture by Ben Mills, public domain. </a:t>
            </a:r>
          </a:p>
          <a:p>
            <a:pPr algn="ctr"/>
            <a:r>
              <a:rPr lang="en-US" sz="1400" i="1" dirty="0">
                <a:latin typeface="Calibri" panose="020F0502020204030204" pitchFamily="34" charset="0"/>
                <a:cs typeface="Calibri" panose="020F0502020204030204" pitchFamily="34" charset="0"/>
              </a:rPr>
              <a:t>https://commons.wikimedia.org/w/index.php?curid=2722584</a:t>
            </a:r>
          </a:p>
        </p:txBody>
      </p:sp>
      <p:sp>
        <p:nvSpPr>
          <p:cNvPr id="25" name="Title 2 2 1"/>
          <p:cNvSpPr txBox="1">
            <a:spLocks/>
          </p:cNvSpPr>
          <p:nvPr/>
        </p:nvSpPr>
        <p:spPr>
          <a:xfrm>
            <a:off x="4498878" y="1122144"/>
            <a:ext cx="3194245" cy="507831"/>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3000" b="0" kern="1200">
                <a:solidFill>
                  <a:schemeClr val="tx2"/>
                </a:solidFill>
                <a:latin typeface="Gill Sans MT" panose="020B0502020104020203" pitchFamily="34" charset="0"/>
                <a:ea typeface="Gill Sans MT" panose="020B0502020104020203" pitchFamily="34" charset="0"/>
                <a:cs typeface="Gill Sans MT" panose="020B0502020104020203" pitchFamily="34" charset="0"/>
              </a:defRPr>
            </a:lvl1pPr>
          </a:lstStyle>
          <a:p>
            <a:pPr algn="ctr"/>
            <a:r>
              <a:rPr lang="en-US" b="1" dirty="0">
                <a:latin typeface="Calibri" panose="020F0502020204030204" pitchFamily="34" charset="0"/>
                <a:cs typeface="Calibri" panose="020F0502020204030204" pitchFamily="34" charset="0"/>
              </a:rPr>
              <a:t>System description</a:t>
            </a:r>
          </a:p>
        </p:txBody>
      </p:sp>
      <p:sp>
        <p:nvSpPr>
          <p:cNvPr id="26" name="Text Placeholder 1 1 1"/>
          <p:cNvSpPr txBox="1">
            <a:spLocks/>
          </p:cNvSpPr>
          <p:nvPr/>
        </p:nvSpPr>
        <p:spPr>
          <a:xfrm>
            <a:off x="4420707" y="1973270"/>
            <a:ext cx="6830691" cy="1785104"/>
          </a:xfrm>
          <a:prstGeom prst="rect">
            <a:avLst/>
          </a:prstGeom>
        </p:spPr>
        <p:txBody>
          <a:bodyPr vert="horz" wrap="square" lIns="91440" tIns="45720" rIns="91440" bIns="45720" rtlCol="0">
            <a:spAutoFit/>
          </a:bodyPr>
          <a:lstStyle>
            <a:lvl1pPr marL="0" indent="0" algn="l" defTabSz="914400" rtl="0" eaLnBrk="1" latinLnBrk="0" hangingPunct="1">
              <a:lnSpc>
                <a:spcPts val="2600"/>
              </a:lnSpc>
              <a:spcBef>
                <a:spcPts val="1000"/>
              </a:spcBef>
              <a:buClr>
                <a:srgbClr val="005BBB"/>
              </a:buClr>
              <a:buFont typeface="Arial" panose="020B0604020202020204" pitchFamily="34" charset="0"/>
              <a:buNone/>
              <a:defRPr sz="1800" b="0" i="0" kern="1200" spc="-50" baseline="0">
                <a:solidFill>
                  <a:schemeClr val="tx1"/>
                </a:solidFill>
                <a:latin typeface="Arial" charset="0"/>
                <a:ea typeface="Arial" charset="0"/>
                <a:cs typeface="Arial" charset="0"/>
              </a:defRPr>
            </a:lvl1pPr>
            <a:lvl2pPr marL="457189" indent="0" algn="l" defTabSz="914400" rtl="0" eaLnBrk="1" latinLnBrk="0" hangingPunct="1">
              <a:lnSpc>
                <a:spcPct val="90000"/>
              </a:lnSpc>
              <a:spcBef>
                <a:spcPts val="500"/>
              </a:spcBef>
              <a:buClr>
                <a:srgbClr val="005BBB"/>
              </a:buClr>
              <a:buFont typeface="Arial" panose="020B0604020202020204" pitchFamily="34" charset="0"/>
              <a:buNone/>
              <a:defRPr sz="20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2pPr>
            <a:lvl3pPr marL="914377" indent="0" algn="l" defTabSz="914400" rtl="0" eaLnBrk="1" latinLnBrk="0" hangingPunct="1">
              <a:lnSpc>
                <a:spcPct val="90000"/>
              </a:lnSpc>
              <a:spcBef>
                <a:spcPts val="500"/>
              </a:spcBef>
              <a:buClr>
                <a:srgbClr val="005BBB"/>
              </a:buClr>
              <a:buFont typeface="LucidaGrande" charset="0"/>
              <a:buNone/>
              <a:defRPr sz="18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3pPr>
            <a:lvl4pPr marL="1371566"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4pPr>
            <a:lvl5pPr marL="1828754"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5pPr>
            <a:lvl6pPr marL="2285943"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131"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32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509"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285750" indent="-285750">
              <a:lnSpc>
                <a:spcPct val="100000"/>
              </a:lnSpc>
              <a:spcBef>
                <a:spcPts val="0"/>
              </a:spcBef>
              <a:spcAft>
                <a:spcPts val="600"/>
              </a:spcAft>
              <a:buFont typeface="Arial" panose="020B0604020202020204" pitchFamily="34" charset="0"/>
              <a:buChar char="•"/>
            </a:pPr>
            <a:r>
              <a:rPr lang="en-US" dirty="0">
                <a:solidFill>
                  <a:srgbClr val="666666"/>
                </a:solidFill>
                <a:latin typeface="Calibri" panose="020F0502020204030204" pitchFamily="34" charset="0"/>
                <a:cs typeface="Calibri" panose="020F0502020204030204" pitchFamily="34" charset="0"/>
              </a:rPr>
              <a:t>Infinite silicon crystal bulk.</a:t>
            </a:r>
          </a:p>
          <a:p>
            <a:pPr marL="285750" indent="-285750">
              <a:lnSpc>
                <a:spcPct val="100000"/>
              </a:lnSpc>
              <a:spcBef>
                <a:spcPts val="0"/>
              </a:spcBef>
              <a:spcAft>
                <a:spcPts val="600"/>
              </a:spcAft>
              <a:buFont typeface="Arial" panose="020B0604020202020204" pitchFamily="34" charset="0"/>
              <a:buChar char="•"/>
            </a:pPr>
            <a:r>
              <a:rPr lang="en-US" dirty="0">
                <a:solidFill>
                  <a:srgbClr val="666666"/>
                </a:solidFill>
                <a:latin typeface="Calibri" panose="020F0502020204030204" pitchFamily="34" charset="0"/>
                <a:cs typeface="Calibri" panose="020F0502020204030204" pitchFamily="34" charset="0"/>
              </a:rPr>
              <a:t>Silicon replaced by an isolated pnictogen (Series V/Group 15) impurity. </a:t>
            </a:r>
          </a:p>
          <a:p>
            <a:pPr marL="285750" indent="-285750">
              <a:lnSpc>
                <a:spcPct val="100000"/>
              </a:lnSpc>
              <a:spcBef>
                <a:spcPts val="0"/>
              </a:spcBef>
              <a:spcAft>
                <a:spcPts val="600"/>
              </a:spcAft>
              <a:buFont typeface="Arial" panose="020B0604020202020204" pitchFamily="34" charset="0"/>
              <a:buChar char="•"/>
            </a:pPr>
            <a:r>
              <a:rPr lang="en-US" dirty="0">
                <a:solidFill>
                  <a:srgbClr val="666666"/>
                </a:solidFill>
                <a:latin typeface="Calibri" panose="020F0502020204030204" pitchFamily="34" charset="0"/>
                <a:cs typeface="Calibri" panose="020F0502020204030204" pitchFamily="34" charset="0"/>
              </a:rPr>
              <a:t>Specifically we consider the </a:t>
            </a:r>
            <a:r>
              <a:rPr lang="en-US" dirty="0">
                <a:solidFill>
                  <a:srgbClr val="75AD38"/>
                </a:solidFill>
                <a:latin typeface="Calibri" panose="020F0502020204030204" pitchFamily="34" charset="0"/>
                <a:cs typeface="Calibri" panose="020F0502020204030204" pitchFamily="34" charset="0"/>
              </a:rPr>
              <a:t>phosphorous </a:t>
            </a:r>
            <a:r>
              <a:rPr lang="en-US" dirty="0">
                <a:solidFill>
                  <a:srgbClr val="666666"/>
                </a:solidFill>
                <a:latin typeface="Calibri" panose="020F0502020204030204" pitchFamily="34" charset="0"/>
                <a:cs typeface="Calibri" panose="020F0502020204030204" pitchFamily="34" charset="0"/>
              </a:rPr>
              <a:t>substitutional donor</a:t>
            </a:r>
            <a:r>
              <a:rPr lang="en-US" dirty="0">
                <a:latin typeface="Calibri" panose="020F0502020204030204" pitchFamily="34" charset="0"/>
                <a:cs typeface="Calibri" panose="020F0502020204030204" pitchFamily="34" charset="0"/>
              </a:rPr>
              <a:t>.</a:t>
            </a:r>
          </a:p>
          <a:p>
            <a:pPr marL="285750" indent="-285750">
              <a:lnSpc>
                <a:spcPct val="100000"/>
              </a:lnSpc>
              <a:spcBef>
                <a:spcPts val="0"/>
              </a:spcBef>
              <a:spcAft>
                <a:spcPts val="600"/>
              </a:spcAft>
              <a:buFont typeface="Arial" panose="020B0604020202020204" pitchFamily="34" charset="0"/>
              <a:buChar char="•"/>
            </a:pPr>
            <a:r>
              <a:rPr lang="en-US" dirty="0">
                <a:solidFill>
                  <a:srgbClr val="666666"/>
                </a:solidFill>
                <a:latin typeface="Calibri" panose="020F0502020204030204" pitchFamily="34" charset="0"/>
                <a:cs typeface="Calibri" panose="020F0502020204030204" pitchFamily="34" charset="0"/>
              </a:rPr>
              <a:t>System is symmetric about the impurity under </a:t>
            </a:r>
            <a:r>
              <a:rPr lang="en-US" dirty="0">
                <a:solidFill>
                  <a:schemeClr val="accent6">
                    <a:lumMod val="90000"/>
                    <a:lumOff val="10000"/>
                  </a:schemeClr>
                </a:solidFill>
                <a:latin typeface="Calibri" panose="020F0502020204030204" pitchFamily="34" charset="0"/>
                <a:cs typeface="Calibri" panose="020F0502020204030204" pitchFamily="34" charset="0"/>
              </a:rPr>
              <a:t>operations of </a:t>
            </a:r>
            <a:r>
              <a:rPr lang="en-US" i="1" dirty="0">
                <a:solidFill>
                  <a:schemeClr val="accent6">
                    <a:lumMod val="90000"/>
                    <a:lumOff val="10000"/>
                  </a:schemeClr>
                </a:solidFill>
                <a:latin typeface="Calibri" panose="020F0502020204030204" pitchFamily="34" charset="0"/>
                <a:cs typeface="Calibri" panose="020F0502020204030204" pitchFamily="34" charset="0"/>
              </a:rPr>
              <a:t>T</a:t>
            </a:r>
            <a:r>
              <a:rPr lang="en-US" i="1" baseline="-25000" dirty="0">
                <a:solidFill>
                  <a:schemeClr val="accent6">
                    <a:lumMod val="90000"/>
                    <a:lumOff val="10000"/>
                  </a:schemeClr>
                </a:solidFill>
                <a:latin typeface="Calibri" panose="020F0502020204030204" pitchFamily="34" charset="0"/>
                <a:cs typeface="Calibri" panose="020F0502020204030204" pitchFamily="34" charset="0"/>
              </a:rPr>
              <a:t>d</a:t>
            </a:r>
            <a:r>
              <a:rPr lang="en-US" dirty="0">
                <a:latin typeface="Calibri" panose="020F0502020204030204" pitchFamily="34" charset="0"/>
                <a:cs typeface="Calibri" panose="020F0502020204030204" pitchFamily="34" charset="0"/>
              </a:rPr>
              <a:t>.</a:t>
            </a:r>
          </a:p>
          <a:p>
            <a:pPr marL="285750" indent="-285750">
              <a:lnSpc>
                <a:spcPct val="100000"/>
              </a:lnSpc>
              <a:spcBef>
                <a:spcPts val="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Excess nuclear electric charge of phosphorous attracts an excess electron.</a:t>
            </a:r>
          </a:p>
        </p:txBody>
      </p:sp>
      <p:grpSp>
        <p:nvGrpSpPr>
          <p:cNvPr id="41" name="Group 40">
            <a:extLst>
              <a:ext uri="{FF2B5EF4-FFF2-40B4-BE49-F238E27FC236}">
                <a16:creationId xmlns:a16="http://schemas.microsoft.com/office/drawing/2014/main" id="{9F7D7E7D-0A31-45F0-A503-A1AB40A61B32}"/>
              </a:ext>
            </a:extLst>
          </p:cNvPr>
          <p:cNvGrpSpPr/>
          <p:nvPr/>
        </p:nvGrpSpPr>
        <p:grpSpPr>
          <a:xfrm>
            <a:off x="940603" y="1653788"/>
            <a:ext cx="2539501" cy="2424069"/>
            <a:chOff x="1818890" y="4316117"/>
            <a:chExt cx="2539501" cy="2424069"/>
          </a:xfrm>
        </p:grpSpPr>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8890" y="4316117"/>
              <a:ext cx="2539501" cy="2424069"/>
            </a:xfrm>
            <a:prstGeom prst="rect">
              <a:avLst/>
            </a:prstGeom>
          </p:spPr>
        </p:pic>
        <p:sp>
          <p:nvSpPr>
            <p:cNvPr id="13" name="Oval 12"/>
            <p:cNvSpPr/>
            <p:nvPr/>
          </p:nvSpPr>
          <p:spPr>
            <a:xfrm>
              <a:off x="2530655" y="4974644"/>
              <a:ext cx="246317" cy="246317"/>
            </a:xfrm>
            <a:prstGeom prst="ellipse">
              <a:avLst/>
            </a:prstGeom>
            <a:solidFill>
              <a:srgbClr val="92D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6DB68BB-6437-430B-BBB6-6E5F6D26D942}"/>
                </a:ext>
              </a:extLst>
            </p:cNvPr>
            <p:cNvSpPr txBox="1"/>
            <p:nvPr/>
          </p:nvSpPr>
          <p:spPr>
            <a:xfrm>
              <a:off x="2530655" y="4974644"/>
              <a:ext cx="224059" cy="246221"/>
            </a:xfrm>
            <a:prstGeom prst="rect">
              <a:avLst/>
            </a:prstGeom>
            <a:noFill/>
          </p:spPr>
          <p:txBody>
            <a:bodyPr wrap="square" rtlCol="0">
              <a:spAutoFit/>
            </a:bodyPr>
            <a:lstStyle/>
            <a:p>
              <a:r>
                <a:rPr lang="en-US" sz="1000" dirty="0"/>
                <a:t>P</a:t>
              </a:r>
            </a:p>
          </p:txBody>
        </p:sp>
      </p:grpSp>
      <p:sp>
        <p:nvSpPr>
          <p:cNvPr id="46" name="Title 2 2 1">
            <a:extLst>
              <a:ext uri="{FF2B5EF4-FFF2-40B4-BE49-F238E27FC236}">
                <a16:creationId xmlns:a16="http://schemas.microsoft.com/office/drawing/2014/main" id="{CF86E013-259A-4CED-A44A-DA821400F2B5}"/>
              </a:ext>
            </a:extLst>
          </p:cNvPr>
          <p:cNvSpPr txBox="1">
            <a:spLocks/>
          </p:cNvSpPr>
          <p:nvPr/>
        </p:nvSpPr>
        <p:spPr>
          <a:xfrm>
            <a:off x="4376479" y="4780757"/>
            <a:ext cx="3439042" cy="507831"/>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3000" b="0" kern="1200">
                <a:solidFill>
                  <a:schemeClr val="tx2"/>
                </a:solidFill>
                <a:latin typeface="Gill Sans MT" panose="020B0502020104020203" pitchFamily="34" charset="0"/>
                <a:ea typeface="Gill Sans MT" panose="020B0502020104020203" pitchFamily="34" charset="0"/>
                <a:cs typeface="Gill Sans MT" panose="020B0502020104020203" pitchFamily="34" charset="0"/>
              </a:defRPr>
            </a:lvl1pPr>
          </a:lstStyle>
          <a:p>
            <a:pPr algn="ctr"/>
            <a:r>
              <a:rPr lang="en-US" b="1" dirty="0">
                <a:latin typeface="Calibri" panose="020F0502020204030204" pitchFamily="34" charset="0"/>
                <a:cs typeface="Calibri" panose="020F0502020204030204" pitchFamily="34" charset="0"/>
              </a:rPr>
              <a:t>Our rough approach</a:t>
            </a:r>
          </a:p>
        </p:txBody>
      </p:sp>
      <p:sp>
        <p:nvSpPr>
          <p:cNvPr id="47" name="Text Placeholder 1 1 1">
            <a:extLst>
              <a:ext uri="{FF2B5EF4-FFF2-40B4-BE49-F238E27FC236}">
                <a16:creationId xmlns:a16="http://schemas.microsoft.com/office/drawing/2014/main" id="{B2D4C667-4976-4D8E-A62D-57AF1D564DD3}"/>
              </a:ext>
            </a:extLst>
          </p:cNvPr>
          <p:cNvSpPr txBox="1">
            <a:spLocks/>
          </p:cNvSpPr>
          <p:nvPr/>
        </p:nvSpPr>
        <p:spPr>
          <a:xfrm>
            <a:off x="2028092" y="5354423"/>
            <a:ext cx="8135816" cy="1277273"/>
          </a:xfrm>
          <a:prstGeom prst="rect">
            <a:avLst/>
          </a:prstGeom>
        </p:spPr>
        <p:txBody>
          <a:bodyPr vert="horz" wrap="square" lIns="91440" tIns="45720" rIns="91440" bIns="45720" rtlCol="0">
            <a:spAutoFit/>
          </a:bodyPr>
          <a:lstStyle>
            <a:lvl1pPr marL="0" indent="0" algn="l" defTabSz="914400" rtl="0" eaLnBrk="1" latinLnBrk="0" hangingPunct="1">
              <a:lnSpc>
                <a:spcPts val="2600"/>
              </a:lnSpc>
              <a:spcBef>
                <a:spcPts val="1000"/>
              </a:spcBef>
              <a:buClr>
                <a:srgbClr val="005BBB"/>
              </a:buClr>
              <a:buFont typeface="Arial" panose="020B0604020202020204" pitchFamily="34" charset="0"/>
              <a:buNone/>
              <a:defRPr sz="1800" b="0" i="0" kern="1200" spc="-50" baseline="0">
                <a:solidFill>
                  <a:schemeClr val="tx1"/>
                </a:solidFill>
                <a:latin typeface="Arial" charset="0"/>
                <a:ea typeface="Arial" charset="0"/>
                <a:cs typeface="Arial" charset="0"/>
              </a:defRPr>
            </a:lvl1pPr>
            <a:lvl2pPr marL="457189" indent="0" algn="l" defTabSz="914400" rtl="0" eaLnBrk="1" latinLnBrk="0" hangingPunct="1">
              <a:lnSpc>
                <a:spcPct val="90000"/>
              </a:lnSpc>
              <a:spcBef>
                <a:spcPts val="500"/>
              </a:spcBef>
              <a:buClr>
                <a:srgbClr val="005BBB"/>
              </a:buClr>
              <a:buFont typeface="Arial" panose="020B0604020202020204" pitchFamily="34" charset="0"/>
              <a:buNone/>
              <a:defRPr sz="20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2pPr>
            <a:lvl3pPr marL="914377" indent="0" algn="l" defTabSz="914400" rtl="0" eaLnBrk="1" latinLnBrk="0" hangingPunct="1">
              <a:lnSpc>
                <a:spcPct val="90000"/>
              </a:lnSpc>
              <a:spcBef>
                <a:spcPts val="500"/>
              </a:spcBef>
              <a:buClr>
                <a:srgbClr val="005BBB"/>
              </a:buClr>
              <a:buFont typeface="LucidaGrande" charset="0"/>
              <a:buNone/>
              <a:defRPr sz="18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3pPr>
            <a:lvl4pPr marL="1371566"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4pPr>
            <a:lvl5pPr marL="1828754"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5pPr>
            <a:lvl6pPr marL="2285943"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131"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32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509"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285750" indent="-285750">
              <a:lnSpc>
                <a:spcPct val="100000"/>
              </a:lnSpc>
              <a:spcBef>
                <a:spcPts val="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Excess electron is affected by a</a:t>
            </a:r>
            <a:r>
              <a:rPr lang="en-US" dirty="0">
                <a:solidFill>
                  <a:srgbClr val="7030A0"/>
                </a:solidFill>
                <a:latin typeface="Calibri" panose="020F0502020204030204" pitchFamily="34" charset="0"/>
                <a:cs typeface="Calibri" panose="020F0502020204030204" pitchFamily="34" charset="0"/>
              </a:rPr>
              <a:t> periodic mean field potential</a:t>
            </a:r>
            <a:r>
              <a:rPr lang="en-US" dirty="0">
                <a:solidFill>
                  <a:srgbClr val="666666"/>
                </a:solidFill>
                <a:latin typeface="Calibri" panose="020F0502020204030204" pitchFamily="34" charset="0"/>
                <a:cs typeface="Calibri" panose="020F0502020204030204" pitchFamily="34" charset="0"/>
              </a:rPr>
              <a:t>, and </a:t>
            </a:r>
            <a:r>
              <a:rPr lang="en-US" dirty="0">
                <a:solidFill>
                  <a:srgbClr val="C00000"/>
                </a:solidFill>
                <a:latin typeface="Calibri" panose="020F0502020204030204" pitchFamily="34" charset="0"/>
                <a:cs typeface="Calibri" panose="020F0502020204030204" pitchFamily="34" charset="0"/>
              </a:rPr>
              <a:t>weakly bound to donor potential</a:t>
            </a:r>
            <a:r>
              <a:rPr lang="en-US" dirty="0">
                <a:solidFill>
                  <a:srgbClr val="666666"/>
                </a:solidFill>
                <a:latin typeface="Calibri" panose="020F0502020204030204" pitchFamily="34" charset="0"/>
                <a:cs typeface="Calibri" panose="020F0502020204030204" pitchFamily="34" charset="0"/>
              </a:rPr>
              <a:t>.</a:t>
            </a:r>
            <a:endParaRPr lang="en-US" i="1" dirty="0">
              <a:solidFill>
                <a:srgbClr val="666666"/>
              </a:solidFill>
              <a:latin typeface="Calibri" panose="020F0502020204030204" pitchFamily="34" charset="0"/>
              <a:cs typeface="Calibri" panose="020F0502020204030204" pitchFamily="34" charset="0"/>
            </a:endParaRPr>
          </a:p>
          <a:p>
            <a:pPr marL="742939" lvl="1" indent="-285750">
              <a:lnSpc>
                <a:spcPct val="100000"/>
              </a:lnSpc>
              <a:spcBef>
                <a:spcPts val="0"/>
              </a:spcBef>
              <a:buFont typeface="Arial" panose="020B0604020202020204" pitchFamily="34" charset="0"/>
              <a:buChar char="•"/>
            </a:pPr>
            <a:r>
              <a:rPr lang="en-US" sz="1800" i="1" dirty="0">
                <a:solidFill>
                  <a:srgbClr val="7030A0"/>
                </a:solidFill>
                <a:latin typeface="Calibri" panose="020F0502020204030204" pitchFamily="34" charset="0"/>
                <a:cs typeface="Calibri" panose="020F0502020204030204" pitchFamily="34" charset="0"/>
              </a:rPr>
              <a:t>Short-range</a:t>
            </a:r>
            <a:r>
              <a:rPr lang="en-US" sz="1800" dirty="0">
                <a:solidFill>
                  <a:srgbClr val="666666"/>
                </a:solidFill>
                <a:latin typeface="Calibri" panose="020F0502020204030204" pitchFamily="34" charset="0"/>
                <a:cs typeface="Calibri" panose="020F0502020204030204" pitchFamily="34" charset="0"/>
              </a:rPr>
              <a:t>: looks like a </a:t>
            </a:r>
            <a:r>
              <a:rPr lang="en-US" sz="1800" dirty="0">
                <a:solidFill>
                  <a:srgbClr val="7030A0"/>
                </a:solidFill>
                <a:latin typeface="Calibri" panose="020F0502020204030204" pitchFamily="34" charset="0"/>
                <a:cs typeface="Calibri" panose="020F0502020204030204" pitchFamily="34" charset="0"/>
              </a:rPr>
              <a:t>Bloch wave</a:t>
            </a:r>
            <a:r>
              <a:rPr lang="en-US" sz="1800" dirty="0">
                <a:solidFill>
                  <a:srgbClr val="666666"/>
                </a:solidFill>
                <a:latin typeface="Calibri" panose="020F0502020204030204" pitchFamily="34" charset="0"/>
                <a:cs typeface="Calibri" panose="020F0502020204030204" pitchFamily="34" charset="0"/>
              </a:rPr>
              <a:t>.</a:t>
            </a:r>
          </a:p>
          <a:p>
            <a:pPr marL="742939" lvl="1" indent="-285750">
              <a:lnSpc>
                <a:spcPct val="100000"/>
              </a:lnSpc>
              <a:spcBef>
                <a:spcPts val="0"/>
              </a:spcBef>
              <a:buFont typeface="Arial" panose="020B0604020202020204" pitchFamily="34" charset="0"/>
              <a:buChar char="•"/>
            </a:pPr>
            <a:r>
              <a:rPr lang="en-US" sz="1800" i="1" dirty="0">
                <a:solidFill>
                  <a:srgbClr val="C00000"/>
                </a:solidFill>
                <a:latin typeface="Calibri" panose="020F0502020204030204" pitchFamily="34" charset="0"/>
                <a:cs typeface="Calibri" panose="020F0502020204030204" pitchFamily="34" charset="0"/>
              </a:rPr>
              <a:t>Long-range:</a:t>
            </a:r>
            <a:r>
              <a:rPr lang="en-US" sz="1800" dirty="0">
                <a:solidFill>
                  <a:srgbClr val="C00000"/>
                </a:solidFill>
                <a:latin typeface="Calibri" panose="020F0502020204030204" pitchFamily="34" charset="0"/>
                <a:cs typeface="Calibri" panose="020F0502020204030204" pitchFamily="34" charset="0"/>
              </a:rPr>
              <a:t> attenuated on a larger scale </a:t>
            </a:r>
            <a:r>
              <a:rPr lang="en-US" sz="1800" dirty="0">
                <a:solidFill>
                  <a:schemeClr val="tx1"/>
                </a:solidFill>
                <a:latin typeface="Calibri" panose="020F0502020204030204" pitchFamily="34" charset="0"/>
                <a:cs typeface="Calibri" panose="020F0502020204030204" pitchFamily="34" charset="0"/>
              </a:rPr>
              <a:t>radius longer then</a:t>
            </a:r>
            <a:r>
              <a:rPr lang="en-US" sz="1800" dirty="0">
                <a:solidFill>
                  <a:srgbClr val="666666"/>
                </a:solidFill>
                <a:latin typeface="Calibri" panose="020F0502020204030204" pitchFamily="34" charset="0"/>
                <a:cs typeface="Calibri" panose="020F0502020204030204" pitchFamily="34" charset="0"/>
              </a:rPr>
              <a:t> lattice parameter.</a:t>
            </a:r>
          </a:p>
        </p:txBody>
      </p:sp>
    </p:spTree>
    <p:extLst>
      <p:ext uri="{BB962C8B-B14F-4D97-AF65-F5344CB8AC3E}">
        <p14:creationId xmlns:p14="http://schemas.microsoft.com/office/powerpoint/2010/main" val="649255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a:t>Crystal bulk Hamiltonian</a:t>
            </a:r>
            <a:endParaRPr lang="en-US" dirty="0"/>
          </a:p>
        </p:txBody>
      </p:sp>
      <p:pic>
        <p:nvPicPr>
          <p:cNvPr id="4" name="Picture 3">
            <a:extLst>
              <a:ext uri="{FF2B5EF4-FFF2-40B4-BE49-F238E27FC236}">
                <a16:creationId xmlns:a16="http://schemas.microsoft.com/office/drawing/2014/main" id="{86F0E998-03DD-4E06-9D67-6035B2CDB2F8}"/>
              </a:ext>
            </a:extLst>
          </p:cNvPr>
          <p:cNvPicPr>
            <a:picLocks noChangeAspect="1"/>
          </p:cNvPicPr>
          <p:nvPr>
            <p:custDataLst>
              <p:tags r:id="rId1"/>
            </p:custDataLst>
          </p:nvPr>
        </p:nvPicPr>
        <p:blipFill>
          <a:blip r:embed="rId3"/>
          <a:stretch>
            <a:fillRect/>
          </a:stretch>
        </p:blipFill>
        <p:spPr>
          <a:xfrm>
            <a:off x="1735618" y="2012460"/>
            <a:ext cx="8720764" cy="4429717"/>
          </a:xfrm>
          <a:prstGeom prst="rect">
            <a:avLst/>
          </a:prstGeom>
        </p:spPr>
      </p:pic>
    </p:spTree>
    <p:extLst>
      <p:ext uri="{BB962C8B-B14F-4D97-AF65-F5344CB8AC3E}">
        <p14:creationId xmlns:p14="http://schemas.microsoft.com/office/powerpoint/2010/main" val="1100395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dirty="0"/>
              <a:t>Introducing defects</a:t>
            </a:r>
          </a:p>
        </p:txBody>
      </p:sp>
      <p:pic>
        <p:nvPicPr>
          <p:cNvPr id="5" name="Picture 4">
            <a:extLst>
              <a:ext uri="{FF2B5EF4-FFF2-40B4-BE49-F238E27FC236}">
                <a16:creationId xmlns:a16="http://schemas.microsoft.com/office/drawing/2014/main" id="{C6720907-1AC6-4BD9-972B-52DF546114E0}"/>
              </a:ext>
            </a:extLst>
          </p:cNvPr>
          <p:cNvPicPr>
            <a:picLocks noChangeAspect="1"/>
          </p:cNvPicPr>
          <p:nvPr>
            <p:custDataLst>
              <p:tags r:id="rId1"/>
            </p:custDataLst>
          </p:nvPr>
        </p:nvPicPr>
        <p:blipFill>
          <a:blip r:embed="rId3"/>
          <a:stretch>
            <a:fillRect/>
          </a:stretch>
        </p:blipFill>
        <p:spPr>
          <a:xfrm>
            <a:off x="1736380" y="2012464"/>
            <a:ext cx="8719240" cy="3774479"/>
          </a:xfrm>
          <a:prstGeom prst="rect">
            <a:avLst/>
          </a:prstGeom>
        </p:spPr>
      </p:pic>
    </p:spTree>
    <p:extLst>
      <p:ext uri="{BB962C8B-B14F-4D97-AF65-F5344CB8AC3E}">
        <p14:creationId xmlns:p14="http://schemas.microsoft.com/office/powerpoint/2010/main" val="3378115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dirty="0"/>
              <a:t>Whiteboard 1</a:t>
            </a:r>
          </a:p>
        </p:txBody>
      </p:sp>
      <p:pic>
        <p:nvPicPr>
          <p:cNvPr id="12" name="Picture 11">
            <a:extLst>
              <a:ext uri="{FF2B5EF4-FFF2-40B4-BE49-F238E27FC236}">
                <a16:creationId xmlns:a16="http://schemas.microsoft.com/office/drawing/2014/main" id="{CDAC2FFC-0A48-416E-9EFC-0AA2AC710DE7}"/>
              </a:ext>
            </a:extLst>
          </p:cNvPr>
          <p:cNvPicPr>
            <a:picLocks noChangeAspect="1"/>
          </p:cNvPicPr>
          <p:nvPr>
            <p:custDataLst>
              <p:tags r:id="rId1"/>
            </p:custDataLst>
          </p:nvPr>
        </p:nvPicPr>
        <p:blipFill>
          <a:blip r:embed="rId4"/>
          <a:stretch>
            <a:fillRect/>
          </a:stretch>
        </p:blipFill>
        <p:spPr>
          <a:xfrm>
            <a:off x="838202" y="3454400"/>
            <a:ext cx="9952012" cy="2956191"/>
          </a:xfrm>
          <a:prstGeom prst="rect">
            <a:avLst/>
          </a:prstGeom>
        </p:spPr>
      </p:pic>
      <p:pic>
        <p:nvPicPr>
          <p:cNvPr id="10" name="Picture 9">
            <a:extLst>
              <a:ext uri="{FF2B5EF4-FFF2-40B4-BE49-F238E27FC236}">
                <a16:creationId xmlns:a16="http://schemas.microsoft.com/office/drawing/2014/main" id="{CACD86D9-A2D3-49AA-92C9-E03F642A73BD}"/>
              </a:ext>
            </a:extLst>
          </p:cNvPr>
          <p:cNvPicPr>
            <a:picLocks noChangeAspect="1"/>
          </p:cNvPicPr>
          <p:nvPr>
            <p:custDataLst>
              <p:tags r:id="rId2"/>
            </p:custDataLst>
          </p:nvPr>
        </p:nvPicPr>
        <p:blipFill>
          <a:blip r:embed="rId5"/>
          <a:stretch>
            <a:fillRect/>
          </a:stretch>
        </p:blipFill>
        <p:spPr>
          <a:xfrm>
            <a:off x="2171657" y="1906958"/>
            <a:ext cx="7848687" cy="1023086"/>
          </a:xfrm>
          <a:prstGeom prst="rect">
            <a:avLst/>
          </a:prstGeom>
        </p:spPr>
      </p:pic>
    </p:spTree>
    <p:extLst>
      <p:ext uri="{BB962C8B-B14F-4D97-AF65-F5344CB8AC3E}">
        <p14:creationId xmlns:p14="http://schemas.microsoft.com/office/powerpoint/2010/main" val="3546163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dirty="0"/>
              <a:t>Wavefunction equation</a:t>
            </a:r>
          </a:p>
        </p:txBody>
      </p:sp>
      <p:pic>
        <p:nvPicPr>
          <p:cNvPr id="8" name="Picture 7">
            <a:extLst>
              <a:ext uri="{FF2B5EF4-FFF2-40B4-BE49-F238E27FC236}">
                <a16:creationId xmlns:a16="http://schemas.microsoft.com/office/drawing/2014/main" id="{686568D2-9CE0-4F11-8E9E-377200F77DE4}"/>
              </a:ext>
            </a:extLst>
          </p:cNvPr>
          <p:cNvPicPr>
            <a:picLocks noChangeAspect="1"/>
          </p:cNvPicPr>
          <p:nvPr>
            <p:custDataLst>
              <p:tags r:id="rId1"/>
            </p:custDataLst>
          </p:nvPr>
        </p:nvPicPr>
        <p:blipFill>
          <a:blip r:embed="rId4"/>
          <a:stretch>
            <a:fillRect/>
          </a:stretch>
        </p:blipFill>
        <p:spPr>
          <a:xfrm>
            <a:off x="2178516" y="2000737"/>
            <a:ext cx="7834968" cy="1313831"/>
          </a:xfrm>
          <a:prstGeom prst="rect">
            <a:avLst/>
          </a:prstGeom>
        </p:spPr>
      </p:pic>
      <p:pic>
        <p:nvPicPr>
          <p:cNvPr id="10" name="Picture 9">
            <a:extLst>
              <a:ext uri="{FF2B5EF4-FFF2-40B4-BE49-F238E27FC236}">
                <a16:creationId xmlns:a16="http://schemas.microsoft.com/office/drawing/2014/main" id="{2DEA53D0-64F1-45B9-8634-FED50561648B}"/>
              </a:ext>
            </a:extLst>
          </p:cNvPr>
          <p:cNvPicPr>
            <a:picLocks noChangeAspect="1"/>
          </p:cNvPicPr>
          <p:nvPr>
            <p:custDataLst>
              <p:tags r:id="rId2"/>
            </p:custDataLst>
          </p:nvPr>
        </p:nvPicPr>
        <p:blipFill>
          <a:blip r:embed="rId5"/>
          <a:stretch>
            <a:fillRect/>
          </a:stretch>
        </p:blipFill>
        <p:spPr>
          <a:xfrm>
            <a:off x="2173717" y="4000523"/>
            <a:ext cx="7862394" cy="1570290"/>
          </a:xfrm>
          <a:prstGeom prst="rect">
            <a:avLst/>
          </a:prstGeom>
        </p:spPr>
      </p:pic>
    </p:spTree>
    <p:extLst>
      <p:ext uri="{BB962C8B-B14F-4D97-AF65-F5344CB8AC3E}">
        <p14:creationId xmlns:p14="http://schemas.microsoft.com/office/powerpoint/2010/main" val="271200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1">
            <a:extLst>
              <a:ext uri="{FF2B5EF4-FFF2-40B4-BE49-F238E27FC236}">
                <a16:creationId xmlns:a16="http://schemas.microsoft.com/office/drawing/2014/main" id="{AADF7560-75EA-4279-9F3D-77A440406480}"/>
              </a:ext>
            </a:extLst>
          </p:cNvPr>
          <p:cNvSpPr>
            <a:spLocks noGrp="1"/>
          </p:cNvSpPr>
          <p:nvPr>
            <p:ph type="title"/>
          </p:nvPr>
        </p:nvSpPr>
        <p:spPr/>
        <p:txBody>
          <a:bodyPr/>
          <a:lstStyle/>
          <a:p>
            <a:r>
              <a:rPr lang="en-US" dirty="0"/>
              <a:t>Variational method</a:t>
            </a:r>
          </a:p>
        </p:txBody>
      </p:sp>
      <p:grpSp>
        <p:nvGrpSpPr>
          <p:cNvPr id="12" name="Group 11">
            <a:extLst>
              <a:ext uri="{FF2B5EF4-FFF2-40B4-BE49-F238E27FC236}">
                <a16:creationId xmlns:a16="http://schemas.microsoft.com/office/drawing/2014/main" id="{E935EBEC-CA62-4498-8C85-764A83CCDA35}"/>
              </a:ext>
            </a:extLst>
          </p:cNvPr>
          <p:cNvGrpSpPr/>
          <p:nvPr/>
        </p:nvGrpSpPr>
        <p:grpSpPr>
          <a:xfrm>
            <a:off x="2627058" y="2542911"/>
            <a:ext cx="6945504" cy="758857"/>
            <a:chOff x="2627058" y="2542911"/>
            <a:chExt cx="6945504" cy="758857"/>
          </a:xfrm>
        </p:grpSpPr>
        <p:pic>
          <p:nvPicPr>
            <p:cNvPr id="7" name="Picture 6">
              <a:extLst>
                <a:ext uri="{FF2B5EF4-FFF2-40B4-BE49-F238E27FC236}">
                  <a16:creationId xmlns:a16="http://schemas.microsoft.com/office/drawing/2014/main" id="{53CCEB21-CF19-4EDE-894A-AF81C6E0EA29}"/>
                </a:ext>
              </a:extLst>
            </p:cNvPr>
            <p:cNvPicPr>
              <a:picLocks noChangeAspect="1"/>
            </p:cNvPicPr>
            <p:nvPr>
              <p:custDataLst>
                <p:tags r:id="rId7"/>
              </p:custDataLst>
            </p:nvPr>
          </p:nvPicPr>
          <p:blipFill>
            <a:blip r:embed="rId11"/>
            <a:stretch>
              <a:fillRect/>
            </a:stretch>
          </p:blipFill>
          <p:spPr>
            <a:xfrm>
              <a:off x="2627058" y="2622911"/>
              <a:ext cx="2447238" cy="598857"/>
            </a:xfrm>
            <a:prstGeom prst="rect">
              <a:avLst/>
            </a:prstGeom>
          </p:spPr>
        </p:pic>
        <p:pic>
          <p:nvPicPr>
            <p:cNvPr id="11" name="Picture 10">
              <a:extLst>
                <a:ext uri="{FF2B5EF4-FFF2-40B4-BE49-F238E27FC236}">
                  <a16:creationId xmlns:a16="http://schemas.microsoft.com/office/drawing/2014/main" id="{4F2F507B-469F-41AB-A279-030D9BF4EAA3}"/>
                </a:ext>
              </a:extLst>
            </p:cNvPr>
            <p:cNvPicPr>
              <a:picLocks noChangeAspect="1"/>
            </p:cNvPicPr>
            <p:nvPr>
              <p:custDataLst>
                <p:tags r:id="rId8"/>
              </p:custDataLst>
            </p:nvPr>
          </p:nvPicPr>
          <p:blipFill>
            <a:blip r:embed="rId12"/>
            <a:stretch>
              <a:fillRect/>
            </a:stretch>
          </p:blipFill>
          <p:spPr>
            <a:xfrm>
              <a:off x="5493327" y="2542911"/>
              <a:ext cx="4079235" cy="758857"/>
            </a:xfrm>
            <a:prstGeom prst="rect">
              <a:avLst/>
            </a:prstGeom>
          </p:spPr>
        </p:pic>
      </p:grpSp>
      <p:grpSp>
        <p:nvGrpSpPr>
          <p:cNvPr id="6" name="Group 5">
            <a:extLst>
              <a:ext uri="{FF2B5EF4-FFF2-40B4-BE49-F238E27FC236}">
                <a16:creationId xmlns:a16="http://schemas.microsoft.com/office/drawing/2014/main" id="{76E7C763-D566-48BC-B935-E5B115D92A56}"/>
              </a:ext>
            </a:extLst>
          </p:cNvPr>
          <p:cNvGrpSpPr/>
          <p:nvPr/>
        </p:nvGrpSpPr>
        <p:grpSpPr>
          <a:xfrm>
            <a:off x="3288481" y="3623401"/>
            <a:ext cx="5615039" cy="723275"/>
            <a:chOff x="3288481" y="3623401"/>
            <a:chExt cx="5615039" cy="723275"/>
          </a:xfrm>
        </p:grpSpPr>
        <p:sp>
          <p:nvSpPr>
            <p:cNvPr id="23" name="Text Placeholder 1 1 1 1 2 1">
              <a:extLst>
                <a:ext uri="{FF2B5EF4-FFF2-40B4-BE49-F238E27FC236}">
                  <a16:creationId xmlns:a16="http://schemas.microsoft.com/office/drawing/2014/main" id="{1FED7737-84D4-4A7D-9A85-6C2F82F8F3F3}"/>
                </a:ext>
              </a:extLst>
            </p:cNvPr>
            <p:cNvSpPr txBox="1">
              <a:spLocks/>
            </p:cNvSpPr>
            <p:nvPr/>
          </p:nvSpPr>
          <p:spPr>
            <a:xfrm>
              <a:off x="3288481" y="3623401"/>
              <a:ext cx="5615039" cy="723275"/>
            </a:xfrm>
            <a:prstGeom prst="rect">
              <a:avLst/>
            </a:prstGeom>
          </p:spPr>
          <p:txBody>
            <a:bodyPr vert="horz" wrap="square" lIns="91440" tIns="45720" rIns="91440" bIns="45720" rtlCol="0">
              <a:spAutoFit/>
            </a:bodyPr>
            <a:lstStyle>
              <a:lvl1pPr marL="0" indent="0" algn="l" defTabSz="914400" rtl="0" eaLnBrk="1" latinLnBrk="0" hangingPunct="1">
                <a:lnSpc>
                  <a:spcPts val="2600"/>
                </a:lnSpc>
                <a:spcBef>
                  <a:spcPts val="1000"/>
                </a:spcBef>
                <a:buClr>
                  <a:srgbClr val="005BBB"/>
                </a:buClr>
                <a:buFont typeface="Arial" panose="020B0604020202020204" pitchFamily="34" charset="0"/>
                <a:buNone/>
                <a:defRPr sz="1800" b="0" i="0" kern="1200" spc="-50" baseline="0">
                  <a:solidFill>
                    <a:schemeClr val="tx1"/>
                  </a:solidFill>
                  <a:latin typeface="Arial" charset="0"/>
                  <a:ea typeface="Arial" charset="0"/>
                  <a:cs typeface="Arial" charset="0"/>
                </a:defRPr>
              </a:lvl1pPr>
              <a:lvl2pPr marL="457189" indent="0" algn="l" defTabSz="914400" rtl="0" eaLnBrk="1" latinLnBrk="0" hangingPunct="1">
                <a:lnSpc>
                  <a:spcPct val="90000"/>
                </a:lnSpc>
                <a:spcBef>
                  <a:spcPts val="500"/>
                </a:spcBef>
                <a:buClr>
                  <a:srgbClr val="005BBB"/>
                </a:buClr>
                <a:buFont typeface="Arial" panose="020B0604020202020204" pitchFamily="34" charset="0"/>
                <a:buNone/>
                <a:defRPr sz="20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2pPr>
              <a:lvl3pPr marL="914377" indent="0" algn="l" defTabSz="914400" rtl="0" eaLnBrk="1" latinLnBrk="0" hangingPunct="1">
                <a:lnSpc>
                  <a:spcPct val="90000"/>
                </a:lnSpc>
                <a:spcBef>
                  <a:spcPts val="500"/>
                </a:spcBef>
                <a:buClr>
                  <a:srgbClr val="005BBB"/>
                </a:buClr>
                <a:buFont typeface="LucidaGrande" charset="0"/>
                <a:buNone/>
                <a:defRPr sz="18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3pPr>
              <a:lvl4pPr marL="1371566"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4pPr>
              <a:lvl5pPr marL="1828754"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5pPr>
              <a:lvl6pPr marL="2285943"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131"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32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509"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285750" indent="-285750">
                <a:lnSpc>
                  <a:spcPct val="100000"/>
                </a:lnSpc>
                <a:spcBef>
                  <a:spcPts val="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Find an ansatz         </a:t>
              </a:r>
              <a:r>
                <a:rPr lang="en-US" dirty="0" err="1">
                  <a:latin typeface="Calibri" panose="020F0502020204030204" pitchFamily="34" charset="0"/>
                  <a:cs typeface="Calibri" panose="020F0502020204030204" pitchFamily="34" charset="0"/>
                </a:rPr>
                <a:t>s.t.</a:t>
              </a:r>
              <a:r>
                <a:rPr lang="en-US" dirty="0">
                  <a:latin typeface="Calibri" panose="020F0502020204030204" pitchFamily="34" charset="0"/>
                  <a:cs typeface="Calibri" panose="020F0502020204030204" pitchFamily="34" charset="0"/>
                </a:rPr>
                <a:t>              and             are minimized.</a:t>
              </a:r>
            </a:p>
            <a:p>
              <a:pPr marL="285750" indent="-285750">
                <a:lnSpc>
                  <a:spcPct val="100000"/>
                </a:lnSpc>
                <a:spcBef>
                  <a:spcPts val="0"/>
                </a:spcBef>
                <a:spcAft>
                  <a:spcPts val="600"/>
                </a:spcAft>
                <a:buFont typeface="Arial" panose="020B0604020202020204" pitchFamily="34" charset="0"/>
                <a:buChar char="•"/>
              </a:pPr>
              <a:r>
                <a:rPr lang="en-US" dirty="0" err="1">
                  <a:latin typeface="Calibri" panose="020F0502020204030204" pitchFamily="34" charset="0"/>
                  <a:cs typeface="Calibri" panose="020F0502020204030204" pitchFamily="34" charset="0"/>
                </a:rPr>
                <a:t>Iff</a:t>
              </a:r>
              <a:r>
                <a:rPr lang="en-US" dirty="0">
                  <a:latin typeface="Calibri" panose="020F0502020204030204" pitchFamily="34" charset="0"/>
                  <a:cs typeface="Calibri" panose="020F0502020204030204" pitchFamily="34" charset="0"/>
                </a:rPr>
                <a:t>         is exactly an eigenstate of                  then                     .</a:t>
              </a:r>
            </a:p>
          </p:txBody>
        </p:sp>
        <p:pic>
          <p:nvPicPr>
            <p:cNvPr id="22" name="Picture 21">
              <a:extLst>
                <a:ext uri="{FF2B5EF4-FFF2-40B4-BE49-F238E27FC236}">
                  <a16:creationId xmlns:a16="http://schemas.microsoft.com/office/drawing/2014/main" id="{E97A4125-9514-42EE-8E96-FF1FF23BF318}"/>
                </a:ext>
              </a:extLst>
            </p:cNvPr>
            <p:cNvPicPr>
              <a:picLocks noChangeAspect="1"/>
            </p:cNvPicPr>
            <p:nvPr>
              <p:custDataLst>
                <p:tags r:id="rId1"/>
              </p:custDataLst>
            </p:nvPr>
          </p:nvPicPr>
          <p:blipFill>
            <a:blip r:embed="rId13"/>
            <a:stretch>
              <a:fillRect/>
            </a:stretch>
          </p:blipFill>
          <p:spPr>
            <a:xfrm>
              <a:off x="4982163" y="3704435"/>
              <a:ext cx="278400" cy="229029"/>
            </a:xfrm>
            <a:prstGeom prst="rect">
              <a:avLst/>
            </a:prstGeom>
          </p:spPr>
        </p:pic>
        <p:pic>
          <p:nvPicPr>
            <p:cNvPr id="5" name="Picture 4">
              <a:extLst>
                <a:ext uri="{FF2B5EF4-FFF2-40B4-BE49-F238E27FC236}">
                  <a16:creationId xmlns:a16="http://schemas.microsoft.com/office/drawing/2014/main" id="{59DE2189-8249-479A-920D-364F9E52FBEB}"/>
                </a:ext>
              </a:extLst>
            </p:cNvPr>
            <p:cNvPicPr>
              <a:picLocks noChangeAspect="1"/>
            </p:cNvPicPr>
            <p:nvPr>
              <p:custDataLst>
                <p:tags r:id="rId2"/>
              </p:custDataLst>
            </p:nvPr>
          </p:nvPicPr>
          <p:blipFill>
            <a:blip r:embed="rId14"/>
            <a:stretch>
              <a:fillRect/>
            </a:stretch>
          </p:blipFill>
          <p:spPr>
            <a:xfrm>
              <a:off x="5655420" y="3704436"/>
              <a:ext cx="449829" cy="229029"/>
            </a:xfrm>
            <a:prstGeom prst="rect">
              <a:avLst/>
            </a:prstGeom>
          </p:spPr>
        </p:pic>
        <p:pic>
          <p:nvPicPr>
            <p:cNvPr id="32" name="Picture 31">
              <a:extLst>
                <a:ext uri="{FF2B5EF4-FFF2-40B4-BE49-F238E27FC236}">
                  <a16:creationId xmlns:a16="http://schemas.microsoft.com/office/drawing/2014/main" id="{F92D746F-C014-425B-B35E-F3559C283E09}"/>
                </a:ext>
              </a:extLst>
            </p:cNvPr>
            <p:cNvPicPr>
              <a:picLocks noChangeAspect="1"/>
            </p:cNvPicPr>
            <p:nvPr>
              <p:custDataLst>
                <p:tags r:id="rId3"/>
              </p:custDataLst>
            </p:nvPr>
          </p:nvPicPr>
          <p:blipFill>
            <a:blip r:embed="rId15"/>
            <a:stretch>
              <a:fillRect/>
            </a:stretch>
          </p:blipFill>
          <p:spPr>
            <a:xfrm>
              <a:off x="6597107" y="3687455"/>
              <a:ext cx="493714" cy="254476"/>
            </a:xfrm>
            <a:prstGeom prst="rect">
              <a:avLst/>
            </a:prstGeom>
          </p:spPr>
        </p:pic>
        <p:pic>
          <p:nvPicPr>
            <p:cNvPr id="38" name="Picture 37">
              <a:extLst>
                <a:ext uri="{FF2B5EF4-FFF2-40B4-BE49-F238E27FC236}">
                  <a16:creationId xmlns:a16="http://schemas.microsoft.com/office/drawing/2014/main" id="{2CB2FADC-93BB-42DC-8AC7-8857D58A83AE}"/>
                </a:ext>
              </a:extLst>
            </p:cNvPr>
            <p:cNvPicPr>
              <a:picLocks noChangeAspect="1"/>
            </p:cNvPicPr>
            <p:nvPr>
              <p:custDataLst>
                <p:tags r:id="rId4"/>
              </p:custDataLst>
            </p:nvPr>
          </p:nvPicPr>
          <p:blipFill>
            <a:blip r:embed="rId13"/>
            <a:stretch>
              <a:fillRect/>
            </a:stretch>
          </p:blipFill>
          <p:spPr>
            <a:xfrm>
              <a:off x="3921856" y="4068930"/>
              <a:ext cx="278400" cy="229029"/>
            </a:xfrm>
            <a:prstGeom prst="rect">
              <a:avLst/>
            </a:prstGeom>
          </p:spPr>
        </p:pic>
        <p:pic>
          <p:nvPicPr>
            <p:cNvPr id="41" name="Picture 40">
              <a:extLst>
                <a:ext uri="{FF2B5EF4-FFF2-40B4-BE49-F238E27FC236}">
                  <a16:creationId xmlns:a16="http://schemas.microsoft.com/office/drawing/2014/main" id="{06895581-F0EC-4A73-AECE-E6CA68099503}"/>
                </a:ext>
              </a:extLst>
            </p:cNvPr>
            <p:cNvPicPr>
              <a:picLocks noChangeAspect="1"/>
            </p:cNvPicPr>
            <p:nvPr>
              <p:custDataLst>
                <p:tags r:id="rId5"/>
              </p:custDataLst>
            </p:nvPr>
          </p:nvPicPr>
          <p:blipFill>
            <a:blip r:embed="rId16"/>
            <a:stretch>
              <a:fillRect/>
            </a:stretch>
          </p:blipFill>
          <p:spPr>
            <a:xfrm>
              <a:off x="6516510" y="4074530"/>
              <a:ext cx="720000" cy="192000"/>
            </a:xfrm>
            <a:prstGeom prst="rect">
              <a:avLst/>
            </a:prstGeom>
          </p:spPr>
        </p:pic>
        <p:pic>
          <p:nvPicPr>
            <p:cNvPr id="44" name="Picture 43">
              <a:extLst>
                <a:ext uri="{FF2B5EF4-FFF2-40B4-BE49-F238E27FC236}">
                  <a16:creationId xmlns:a16="http://schemas.microsoft.com/office/drawing/2014/main" id="{5E0D845C-0126-4CCA-9F0E-F8AC017AFD64}"/>
                </a:ext>
              </a:extLst>
            </p:cNvPr>
            <p:cNvPicPr>
              <a:picLocks noChangeAspect="1"/>
            </p:cNvPicPr>
            <p:nvPr>
              <p:custDataLst>
                <p:tags r:id="rId6"/>
              </p:custDataLst>
            </p:nvPr>
          </p:nvPicPr>
          <p:blipFill>
            <a:blip r:embed="rId17"/>
            <a:stretch>
              <a:fillRect/>
            </a:stretch>
          </p:blipFill>
          <p:spPr>
            <a:xfrm>
              <a:off x="7758055" y="4062902"/>
              <a:ext cx="880457" cy="229029"/>
            </a:xfrm>
            <a:prstGeom prst="rect">
              <a:avLst/>
            </a:prstGeom>
          </p:spPr>
        </p:pic>
      </p:grpSp>
      <p:sp>
        <p:nvSpPr>
          <p:cNvPr id="64" name="Text Placeholder 1 1 1 1 2 2">
            <a:extLst>
              <a:ext uri="{FF2B5EF4-FFF2-40B4-BE49-F238E27FC236}">
                <a16:creationId xmlns:a16="http://schemas.microsoft.com/office/drawing/2014/main" id="{CB4D9673-7CE2-4E6B-9F2E-8E58206D1540}"/>
              </a:ext>
            </a:extLst>
          </p:cNvPr>
          <p:cNvSpPr txBox="1">
            <a:spLocks/>
          </p:cNvSpPr>
          <p:nvPr/>
        </p:nvSpPr>
        <p:spPr>
          <a:xfrm>
            <a:off x="1644240" y="4668309"/>
            <a:ext cx="8903520" cy="723275"/>
          </a:xfrm>
          <a:prstGeom prst="rect">
            <a:avLst/>
          </a:prstGeom>
        </p:spPr>
        <p:txBody>
          <a:bodyPr vert="horz" wrap="square" lIns="91440" tIns="45720" rIns="91440" bIns="45720" rtlCol="0">
            <a:spAutoFit/>
          </a:bodyPr>
          <a:lstStyle>
            <a:lvl1pPr marL="0" indent="0" algn="l" defTabSz="914400" rtl="0" eaLnBrk="1" latinLnBrk="0" hangingPunct="1">
              <a:lnSpc>
                <a:spcPts val="2600"/>
              </a:lnSpc>
              <a:spcBef>
                <a:spcPts val="1000"/>
              </a:spcBef>
              <a:buClr>
                <a:srgbClr val="005BBB"/>
              </a:buClr>
              <a:buFont typeface="Arial" panose="020B0604020202020204" pitchFamily="34" charset="0"/>
              <a:buNone/>
              <a:defRPr sz="1800" b="0" i="0" kern="1200" spc="-50" baseline="0">
                <a:solidFill>
                  <a:schemeClr val="tx1"/>
                </a:solidFill>
                <a:latin typeface="Arial" charset="0"/>
                <a:ea typeface="Arial" charset="0"/>
                <a:cs typeface="Arial" charset="0"/>
              </a:defRPr>
            </a:lvl1pPr>
            <a:lvl2pPr marL="457189" indent="0" algn="l" defTabSz="914400" rtl="0" eaLnBrk="1" latinLnBrk="0" hangingPunct="1">
              <a:lnSpc>
                <a:spcPct val="90000"/>
              </a:lnSpc>
              <a:spcBef>
                <a:spcPts val="500"/>
              </a:spcBef>
              <a:buClr>
                <a:srgbClr val="005BBB"/>
              </a:buClr>
              <a:buFont typeface="Arial" panose="020B0604020202020204" pitchFamily="34" charset="0"/>
              <a:buNone/>
              <a:defRPr sz="20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2pPr>
            <a:lvl3pPr marL="914377" indent="0" algn="l" defTabSz="914400" rtl="0" eaLnBrk="1" latinLnBrk="0" hangingPunct="1">
              <a:lnSpc>
                <a:spcPct val="90000"/>
              </a:lnSpc>
              <a:spcBef>
                <a:spcPts val="500"/>
              </a:spcBef>
              <a:buClr>
                <a:srgbClr val="005BBB"/>
              </a:buClr>
              <a:buFont typeface="LucidaGrande" charset="0"/>
              <a:buNone/>
              <a:defRPr sz="18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3pPr>
            <a:lvl4pPr marL="1371566"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4pPr>
            <a:lvl5pPr marL="1828754"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5pPr>
            <a:lvl6pPr marL="2285943"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131"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32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509"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285750" indent="-285750">
              <a:lnSpc>
                <a:spcPct val="100000"/>
              </a:lnSpc>
              <a:spcBef>
                <a:spcPts val="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Dramatically reduces problem difficulty, but requires judicious choice of ansatz.</a:t>
            </a:r>
          </a:p>
          <a:p>
            <a:pPr marL="285750" indent="-285750">
              <a:lnSpc>
                <a:spcPct val="100000"/>
              </a:lnSpc>
              <a:spcBef>
                <a:spcPts val="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No clear method to refine ansatz to approach exact solution within desired numerical tolerances.</a:t>
            </a:r>
          </a:p>
        </p:txBody>
      </p:sp>
    </p:spTree>
    <p:extLst>
      <p:ext uri="{BB962C8B-B14F-4D97-AF65-F5344CB8AC3E}">
        <p14:creationId xmlns:p14="http://schemas.microsoft.com/office/powerpoint/2010/main" val="3025106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1">
            <a:extLst>
              <a:ext uri="{FF2B5EF4-FFF2-40B4-BE49-F238E27FC236}">
                <a16:creationId xmlns:a16="http://schemas.microsoft.com/office/drawing/2014/main" id="{AADF7560-75EA-4279-9F3D-77A440406480}"/>
              </a:ext>
            </a:extLst>
          </p:cNvPr>
          <p:cNvSpPr>
            <a:spLocks noGrp="1"/>
          </p:cNvSpPr>
          <p:nvPr>
            <p:ph type="title"/>
          </p:nvPr>
        </p:nvSpPr>
        <p:spPr/>
        <p:txBody>
          <a:bodyPr/>
          <a:lstStyle/>
          <a:p>
            <a:r>
              <a:rPr lang="en-US" dirty="0"/>
              <a:t>Ritz method</a:t>
            </a:r>
          </a:p>
        </p:txBody>
      </p:sp>
      <p:grpSp>
        <p:nvGrpSpPr>
          <p:cNvPr id="2" name="Group 1">
            <a:extLst>
              <a:ext uri="{FF2B5EF4-FFF2-40B4-BE49-F238E27FC236}">
                <a16:creationId xmlns:a16="http://schemas.microsoft.com/office/drawing/2014/main" id="{64C9DF4C-3A2F-434C-BEB0-CB7D841D652F}"/>
              </a:ext>
            </a:extLst>
          </p:cNvPr>
          <p:cNvGrpSpPr/>
          <p:nvPr/>
        </p:nvGrpSpPr>
        <p:grpSpPr>
          <a:xfrm>
            <a:off x="1456112" y="1883668"/>
            <a:ext cx="9279777" cy="1077218"/>
            <a:chOff x="108973" y="2459403"/>
            <a:chExt cx="9279777" cy="1077218"/>
          </a:xfrm>
        </p:grpSpPr>
        <p:pic>
          <p:nvPicPr>
            <p:cNvPr id="49" name="Picture 48">
              <a:extLst>
                <a:ext uri="{FF2B5EF4-FFF2-40B4-BE49-F238E27FC236}">
                  <a16:creationId xmlns:a16="http://schemas.microsoft.com/office/drawing/2014/main" id="{E6643100-9B0B-4A1C-976F-E43EA0F39005}"/>
                </a:ext>
              </a:extLst>
            </p:cNvPr>
            <p:cNvPicPr>
              <a:picLocks noChangeAspect="1"/>
            </p:cNvPicPr>
            <p:nvPr>
              <p:custDataLst>
                <p:tags r:id="rId12"/>
              </p:custDataLst>
            </p:nvPr>
          </p:nvPicPr>
          <p:blipFill>
            <a:blip r:embed="rId15"/>
            <a:stretch>
              <a:fillRect/>
            </a:stretch>
          </p:blipFill>
          <p:spPr>
            <a:xfrm>
              <a:off x="7788750" y="2710012"/>
              <a:ext cx="1600000" cy="576000"/>
            </a:xfrm>
            <a:prstGeom prst="rect">
              <a:avLst/>
            </a:prstGeom>
          </p:spPr>
        </p:pic>
        <p:sp>
          <p:nvSpPr>
            <p:cNvPr id="20" name="Text Placeholder 1 1 1 1 1 2">
              <a:extLst>
                <a:ext uri="{FF2B5EF4-FFF2-40B4-BE49-F238E27FC236}">
                  <a16:creationId xmlns:a16="http://schemas.microsoft.com/office/drawing/2014/main" id="{33BD7C0A-267B-4B74-AF9F-D4F591C197FB}"/>
                </a:ext>
              </a:extLst>
            </p:cNvPr>
            <p:cNvSpPr txBox="1">
              <a:spLocks/>
            </p:cNvSpPr>
            <p:nvPr/>
          </p:nvSpPr>
          <p:spPr>
            <a:xfrm>
              <a:off x="108973" y="2459403"/>
              <a:ext cx="7305259" cy="1077218"/>
            </a:xfrm>
            <a:prstGeom prst="rect">
              <a:avLst/>
            </a:prstGeom>
          </p:spPr>
          <p:txBody>
            <a:bodyPr vert="horz" wrap="square" lIns="91440" tIns="45720" rIns="91440" bIns="45720" rtlCol="0">
              <a:spAutoFit/>
            </a:bodyPr>
            <a:lstStyle>
              <a:lvl1pPr marL="0" indent="0" algn="l" defTabSz="914400" rtl="0" eaLnBrk="1" latinLnBrk="0" hangingPunct="1">
                <a:lnSpc>
                  <a:spcPts val="2600"/>
                </a:lnSpc>
                <a:spcBef>
                  <a:spcPts val="1000"/>
                </a:spcBef>
                <a:buClr>
                  <a:srgbClr val="005BBB"/>
                </a:buClr>
                <a:buFont typeface="Arial" panose="020B0604020202020204" pitchFamily="34" charset="0"/>
                <a:buNone/>
                <a:defRPr sz="1800" b="0" i="0" kern="1200" spc="-50" baseline="0">
                  <a:solidFill>
                    <a:schemeClr val="tx1"/>
                  </a:solidFill>
                  <a:latin typeface="Arial" charset="0"/>
                  <a:ea typeface="Arial" charset="0"/>
                  <a:cs typeface="Arial" charset="0"/>
                </a:defRPr>
              </a:lvl1pPr>
              <a:lvl2pPr marL="457189" indent="0" algn="l" defTabSz="914400" rtl="0" eaLnBrk="1" latinLnBrk="0" hangingPunct="1">
                <a:lnSpc>
                  <a:spcPct val="90000"/>
                </a:lnSpc>
                <a:spcBef>
                  <a:spcPts val="500"/>
                </a:spcBef>
                <a:buClr>
                  <a:srgbClr val="005BBB"/>
                </a:buClr>
                <a:buFont typeface="Arial" panose="020B0604020202020204" pitchFamily="34" charset="0"/>
                <a:buNone/>
                <a:defRPr sz="20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2pPr>
              <a:lvl3pPr marL="914377" indent="0" algn="l" defTabSz="914400" rtl="0" eaLnBrk="1" latinLnBrk="0" hangingPunct="1">
                <a:lnSpc>
                  <a:spcPct val="90000"/>
                </a:lnSpc>
                <a:spcBef>
                  <a:spcPts val="500"/>
                </a:spcBef>
                <a:buClr>
                  <a:srgbClr val="005BBB"/>
                </a:buClr>
                <a:buFont typeface="LucidaGrande" charset="0"/>
                <a:buNone/>
                <a:defRPr sz="1800" kern="1200" baseline="0">
                  <a:solidFill>
                    <a:schemeClr val="tx1">
                      <a:tint val="75000"/>
                    </a:schemeClr>
                  </a:solidFill>
                  <a:latin typeface="Gill Sans MT" panose="020B0502020104020203" pitchFamily="34" charset="0"/>
                  <a:ea typeface="Gill Sans MT" panose="020B0502020104020203" pitchFamily="34" charset="0"/>
                  <a:cs typeface="Arial" charset="0"/>
                </a:defRPr>
              </a:lvl3pPr>
              <a:lvl4pPr marL="1371566"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4pPr>
              <a:lvl5pPr marL="1828754" indent="0" algn="l" defTabSz="914400" rtl="0" eaLnBrk="1" latinLnBrk="0" hangingPunct="1">
                <a:lnSpc>
                  <a:spcPct val="90000"/>
                </a:lnSpc>
                <a:spcBef>
                  <a:spcPts val="500"/>
                </a:spcBef>
                <a:buClr>
                  <a:srgbClr val="005BBB"/>
                </a:buClr>
                <a:buFont typeface="Arial" panose="020B0604020202020204" pitchFamily="34" charset="0"/>
                <a:buNone/>
                <a:defRPr sz="1600" kern="1200">
                  <a:solidFill>
                    <a:schemeClr val="tx1">
                      <a:tint val="75000"/>
                    </a:schemeClr>
                  </a:solidFill>
                  <a:latin typeface="Arial" charset="0"/>
                  <a:ea typeface="Arial" charset="0"/>
                  <a:cs typeface="Arial" charset="0"/>
                </a:defRPr>
              </a:lvl5pPr>
              <a:lvl6pPr marL="2285943"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131"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32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509"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285750" indent="-285750">
                <a:lnSpc>
                  <a:spcPct val="100000"/>
                </a:lnSpc>
                <a:spcBef>
                  <a:spcPts val="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Express ansatz as a summation over a set of basis states.</a:t>
              </a:r>
            </a:p>
            <a:p>
              <a:pPr marL="285750" indent="-285750">
                <a:lnSpc>
                  <a:spcPct val="100000"/>
                </a:lnSpc>
                <a:spcBef>
                  <a:spcPts val="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No guarantee of orthonormality assumed.</a:t>
              </a:r>
            </a:p>
            <a:p>
              <a:pPr marL="285750" indent="-285750">
                <a:lnSpc>
                  <a:spcPct val="100000"/>
                </a:lnSpc>
                <a:spcBef>
                  <a:spcPts val="0"/>
                </a:spcBef>
                <a:spcAft>
                  <a:spcPts val="600"/>
                </a:spcAft>
                <a:buFont typeface="Arial" panose="020B0604020202020204" pitchFamily="34" charset="0"/>
                <a:buChar char="•"/>
              </a:pPr>
              <a:r>
                <a:rPr lang="en-US" i="1" dirty="0">
                  <a:latin typeface="Calibri" panose="020F0502020204030204" pitchFamily="34" charset="0"/>
                  <a:cs typeface="Calibri" panose="020F0502020204030204" pitchFamily="34" charset="0"/>
                </a:rPr>
                <a:t>If basis set is complete, </a:t>
              </a:r>
              <a:r>
                <a:rPr lang="en-US" b="1" i="1" dirty="0">
                  <a:latin typeface="Calibri" panose="020F0502020204030204" pitchFamily="34" charset="0"/>
                  <a:cs typeface="Calibri" panose="020F0502020204030204" pitchFamily="34" charset="0"/>
                </a:rPr>
                <a:t>ansatz approaches exact solution </a:t>
              </a:r>
              <a:r>
                <a:rPr lang="en-US" i="1" dirty="0">
                  <a:latin typeface="Calibri" panose="020F0502020204030204" pitchFamily="34" charset="0"/>
                  <a:cs typeface="Calibri" panose="020F0502020204030204" pitchFamily="34" charset="0"/>
                </a:rPr>
                <a:t>as terms are added</a:t>
              </a:r>
              <a:r>
                <a:rPr lang="en-US" dirty="0">
                  <a:latin typeface="Calibri" panose="020F0502020204030204" pitchFamily="34" charset="0"/>
                  <a:cs typeface="Calibri" panose="020F0502020204030204" pitchFamily="34" charset="0"/>
                </a:rPr>
                <a:t>.</a:t>
              </a:r>
            </a:p>
          </p:txBody>
        </p:sp>
      </p:grpSp>
      <p:grpSp>
        <p:nvGrpSpPr>
          <p:cNvPr id="14" name="Group 13">
            <a:extLst>
              <a:ext uri="{FF2B5EF4-FFF2-40B4-BE49-F238E27FC236}">
                <a16:creationId xmlns:a16="http://schemas.microsoft.com/office/drawing/2014/main" id="{5A04E6DA-FE3B-41C4-9952-B1CF67E8AA9E}"/>
              </a:ext>
            </a:extLst>
          </p:cNvPr>
          <p:cNvGrpSpPr/>
          <p:nvPr/>
        </p:nvGrpSpPr>
        <p:grpSpPr>
          <a:xfrm>
            <a:off x="911516" y="3312190"/>
            <a:ext cx="10368968" cy="1443301"/>
            <a:chOff x="911516" y="3312190"/>
            <a:chExt cx="10368968" cy="1443301"/>
          </a:xfrm>
        </p:grpSpPr>
        <p:grpSp>
          <p:nvGrpSpPr>
            <p:cNvPr id="40" name="Group 39">
              <a:extLst>
                <a:ext uri="{FF2B5EF4-FFF2-40B4-BE49-F238E27FC236}">
                  <a16:creationId xmlns:a16="http://schemas.microsoft.com/office/drawing/2014/main" id="{45160CBE-B899-47F6-BBE5-C8467BAA94C7}"/>
                </a:ext>
              </a:extLst>
            </p:cNvPr>
            <p:cNvGrpSpPr/>
            <p:nvPr>
              <p:custDataLst>
                <p:tags r:id="rId5"/>
              </p:custDataLst>
            </p:nvPr>
          </p:nvGrpSpPr>
          <p:grpSpPr>
            <a:xfrm>
              <a:off x="911516" y="3312190"/>
              <a:ext cx="10368968" cy="758857"/>
              <a:chOff x="1037993" y="3194485"/>
              <a:chExt cx="10368968" cy="758857"/>
            </a:xfrm>
          </p:grpSpPr>
          <p:pic>
            <p:nvPicPr>
              <p:cNvPr id="31" name="Picture 30">
                <a:extLst>
                  <a:ext uri="{FF2B5EF4-FFF2-40B4-BE49-F238E27FC236}">
                    <a16:creationId xmlns:a16="http://schemas.microsoft.com/office/drawing/2014/main" id="{9257F61A-9998-446C-AD2C-398B5FD34C44}"/>
                  </a:ext>
                </a:extLst>
              </p:cNvPr>
              <p:cNvPicPr>
                <a:picLocks noChangeAspect="1"/>
              </p:cNvPicPr>
              <p:nvPr>
                <p:custDataLst>
                  <p:tags r:id="rId10"/>
                </p:custDataLst>
              </p:nvPr>
            </p:nvPicPr>
            <p:blipFill>
              <a:blip r:embed="rId16"/>
              <a:stretch>
                <a:fillRect/>
              </a:stretch>
            </p:blipFill>
            <p:spPr>
              <a:xfrm>
                <a:off x="1037993" y="3231054"/>
                <a:ext cx="5202282" cy="685714"/>
              </a:xfrm>
              <a:prstGeom prst="rect">
                <a:avLst/>
              </a:prstGeom>
            </p:spPr>
          </p:pic>
          <p:pic>
            <p:nvPicPr>
              <p:cNvPr id="38" name="Picture 37">
                <a:extLst>
                  <a:ext uri="{FF2B5EF4-FFF2-40B4-BE49-F238E27FC236}">
                    <a16:creationId xmlns:a16="http://schemas.microsoft.com/office/drawing/2014/main" id="{A4D20B9B-8973-482C-B05D-E78FE9AEF277}"/>
                  </a:ext>
                </a:extLst>
              </p:cNvPr>
              <p:cNvPicPr>
                <a:picLocks noChangeAspect="1"/>
              </p:cNvPicPr>
              <p:nvPr>
                <p:custDataLst>
                  <p:tags r:id="rId11"/>
                </p:custDataLst>
              </p:nvPr>
            </p:nvPicPr>
            <p:blipFill>
              <a:blip r:embed="rId17"/>
              <a:stretch>
                <a:fillRect/>
              </a:stretch>
            </p:blipFill>
            <p:spPr>
              <a:xfrm>
                <a:off x="6962012" y="3194485"/>
                <a:ext cx="4444949" cy="758857"/>
              </a:xfrm>
              <a:prstGeom prst="rect">
                <a:avLst/>
              </a:prstGeom>
            </p:spPr>
          </p:pic>
        </p:grpSp>
        <p:grpSp>
          <p:nvGrpSpPr>
            <p:cNvPr id="13" name="Group 12">
              <a:extLst>
                <a:ext uri="{FF2B5EF4-FFF2-40B4-BE49-F238E27FC236}">
                  <a16:creationId xmlns:a16="http://schemas.microsoft.com/office/drawing/2014/main" id="{6EF01502-CF72-4EA0-BA4D-14065FEE6EC1}"/>
                </a:ext>
              </a:extLst>
            </p:cNvPr>
            <p:cNvGrpSpPr/>
            <p:nvPr>
              <p:custDataLst>
                <p:tags r:id="rId6"/>
              </p:custDataLst>
            </p:nvPr>
          </p:nvGrpSpPr>
          <p:grpSpPr>
            <a:xfrm>
              <a:off x="1307263" y="4251110"/>
              <a:ext cx="9097476" cy="504381"/>
              <a:chOff x="1307263" y="4251110"/>
              <a:chExt cx="9097476" cy="504381"/>
            </a:xfrm>
          </p:grpSpPr>
          <p:pic>
            <p:nvPicPr>
              <p:cNvPr id="6" name="Picture 5">
                <a:extLst>
                  <a:ext uri="{FF2B5EF4-FFF2-40B4-BE49-F238E27FC236}">
                    <a16:creationId xmlns:a16="http://schemas.microsoft.com/office/drawing/2014/main" id="{E2ED5781-9F28-47FD-B2F6-FC2CCD47D63A}"/>
                  </a:ext>
                </a:extLst>
              </p:cNvPr>
              <p:cNvPicPr>
                <a:picLocks noChangeAspect="1"/>
              </p:cNvPicPr>
              <p:nvPr>
                <p:custDataLst>
                  <p:tags r:id="rId7"/>
                </p:custDataLst>
              </p:nvPr>
            </p:nvPicPr>
            <p:blipFill>
              <a:blip r:embed="rId18"/>
              <a:stretch>
                <a:fillRect/>
              </a:stretch>
            </p:blipFill>
            <p:spPr>
              <a:xfrm>
                <a:off x="3778287" y="4351680"/>
                <a:ext cx="2467046" cy="316952"/>
              </a:xfrm>
              <a:prstGeom prst="rect">
                <a:avLst/>
              </a:prstGeom>
            </p:spPr>
          </p:pic>
          <p:pic>
            <p:nvPicPr>
              <p:cNvPr id="12" name="Picture 11">
                <a:extLst>
                  <a:ext uri="{FF2B5EF4-FFF2-40B4-BE49-F238E27FC236}">
                    <a16:creationId xmlns:a16="http://schemas.microsoft.com/office/drawing/2014/main" id="{CDC7CAAB-2938-4C15-8048-EC99D03E748D}"/>
                  </a:ext>
                </a:extLst>
              </p:cNvPr>
              <p:cNvPicPr>
                <a:picLocks noChangeAspect="1"/>
              </p:cNvPicPr>
              <p:nvPr>
                <p:custDataLst>
                  <p:tags r:id="rId8"/>
                </p:custDataLst>
              </p:nvPr>
            </p:nvPicPr>
            <p:blipFill>
              <a:blip r:embed="rId19"/>
              <a:stretch>
                <a:fillRect/>
              </a:stretch>
            </p:blipFill>
            <p:spPr>
              <a:xfrm>
                <a:off x="1307263" y="4351681"/>
                <a:ext cx="1520762" cy="316952"/>
              </a:xfrm>
              <a:prstGeom prst="rect">
                <a:avLst/>
              </a:prstGeom>
            </p:spPr>
          </p:pic>
          <p:pic>
            <p:nvPicPr>
              <p:cNvPr id="11" name="Picture 10">
                <a:extLst>
                  <a:ext uri="{FF2B5EF4-FFF2-40B4-BE49-F238E27FC236}">
                    <a16:creationId xmlns:a16="http://schemas.microsoft.com/office/drawing/2014/main" id="{FF150108-107D-47F0-A655-665A9225AE6F}"/>
                  </a:ext>
                </a:extLst>
              </p:cNvPr>
              <p:cNvPicPr>
                <a:picLocks noChangeAspect="1"/>
              </p:cNvPicPr>
              <p:nvPr>
                <p:custDataLst>
                  <p:tags r:id="rId9"/>
                </p:custDataLst>
              </p:nvPr>
            </p:nvPicPr>
            <p:blipFill>
              <a:blip r:embed="rId20"/>
              <a:stretch>
                <a:fillRect/>
              </a:stretch>
            </p:blipFill>
            <p:spPr>
              <a:xfrm>
                <a:off x="7186454" y="4251110"/>
                <a:ext cx="3218285" cy="504381"/>
              </a:xfrm>
              <a:prstGeom prst="rect">
                <a:avLst/>
              </a:prstGeom>
            </p:spPr>
          </p:pic>
        </p:grpSp>
      </p:grpSp>
      <p:grpSp>
        <p:nvGrpSpPr>
          <p:cNvPr id="53" name="Group 52">
            <a:extLst>
              <a:ext uri="{FF2B5EF4-FFF2-40B4-BE49-F238E27FC236}">
                <a16:creationId xmlns:a16="http://schemas.microsoft.com/office/drawing/2014/main" id="{6860F82A-297A-4535-ABA0-A4698647EFFE}"/>
              </a:ext>
            </a:extLst>
          </p:cNvPr>
          <p:cNvGrpSpPr/>
          <p:nvPr/>
        </p:nvGrpSpPr>
        <p:grpSpPr>
          <a:xfrm>
            <a:off x="1899429" y="5106795"/>
            <a:ext cx="8393143" cy="1518553"/>
            <a:chOff x="2013258" y="5106795"/>
            <a:chExt cx="8393143" cy="1518553"/>
          </a:xfrm>
        </p:grpSpPr>
        <p:pic>
          <p:nvPicPr>
            <p:cNvPr id="32" name="Picture 31">
              <a:extLst>
                <a:ext uri="{FF2B5EF4-FFF2-40B4-BE49-F238E27FC236}">
                  <a16:creationId xmlns:a16="http://schemas.microsoft.com/office/drawing/2014/main" id="{76650148-71CD-48BD-BE37-2468632A0A5D}"/>
                </a:ext>
              </a:extLst>
            </p:cNvPr>
            <p:cNvPicPr>
              <a:picLocks noChangeAspect="1"/>
            </p:cNvPicPr>
            <p:nvPr>
              <p:custDataLst>
                <p:tags r:id="rId1"/>
              </p:custDataLst>
            </p:nvPr>
          </p:nvPicPr>
          <p:blipFill>
            <a:blip r:embed="rId21"/>
            <a:stretch>
              <a:fillRect/>
            </a:stretch>
          </p:blipFill>
          <p:spPr>
            <a:xfrm>
              <a:off x="4517486" y="5106795"/>
              <a:ext cx="3157029" cy="171429"/>
            </a:xfrm>
            <a:prstGeom prst="rect">
              <a:avLst/>
            </a:prstGeom>
          </p:spPr>
        </p:pic>
        <p:pic>
          <p:nvPicPr>
            <p:cNvPr id="47" name="Picture 46">
              <a:extLst>
                <a:ext uri="{FF2B5EF4-FFF2-40B4-BE49-F238E27FC236}">
                  <a16:creationId xmlns:a16="http://schemas.microsoft.com/office/drawing/2014/main" id="{FB7DF5F3-749E-48D1-B457-3559D6AAE0B5}"/>
                </a:ext>
              </a:extLst>
            </p:cNvPr>
            <p:cNvPicPr>
              <a:picLocks noChangeAspect="1"/>
            </p:cNvPicPr>
            <p:nvPr>
              <p:custDataLst>
                <p:tags r:id="rId2"/>
              </p:custDataLst>
            </p:nvPr>
          </p:nvPicPr>
          <p:blipFill>
            <a:blip r:embed="rId22"/>
            <a:stretch>
              <a:fillRect/>
            </a:stretch>
          </p:blipFill>
          <p:spPr>
            <a:xfrm>
              <a:off x="2100343" y="5494123"/>
              <a:ext cx="8218972" cy="229029"/>
            </a:xfrm>
            <a:prstGeom prst="rect">
              <a:avLst/>
            </a:prstGeom>
          </p:spPr>
        </p:pic>
        <p:pic>
          <p:nvPicPr>
            <p:cNvPr id="39" name="Picture 38">
              <a:extLst>
                <a:ext uri="{FF2B5EF4-FFF2-40B4-BE49-F238E27FC236}">
                  <a16:creationId xmlns:a16="http://schemas.microsoft.com/office/drawing/2014/main" id="{9C0B1466-B0B5-46FF-8B00-F966EC955819}"/>
                </a:ext>
              </a:extLst>
            </p:cNvPr>
            <p:cNvPicPr>
              <a:picLocks noChangeAspect="1"/>
            </p:cNvPicPr>
            <p:nvPr>
              <p:custDataLst>
                <p:tags r:id="rId3"/>
              </p:custDataLst>
            </p:nvPr>
          </p:nvPicPr>
          <p:blipFill>
            <a:blip r:embed="rId23"/>
            <a:stretch>
              <a:fillRect/>
            </a:stretch>
          </p:blipFill>
          <p:spPr>
            <a:xfrm>
              <a:off x="3316800" y="6383976"/>
              <a:ext cx="5558400" cy="241372"/>
            </a:xfrm>
            <a:prstGeom prst="rect">
              <a:avLst/>
            </a:prstGeom>
          </p:spPr>
        </p:pic>
        <p:pic>
          <p:nvPicPr>
            <p:cNvPr id="52" name="Picture 51">
              <a:extLst>
                <a:ext uri="{FF2B5EF4-FFF2-40B4-BE49-F238E27FC236}">
                  <a16:creationId xmlns:a16="http://schemas.microsoft.com/office/drawing/2014/main" id="{9B9DBABB-FF14-4A85-A107-7DB49BE436AA}"/>
                </a:ext>
              </a:extLst>
            </p:cNvPr>
            <p:cNvPicPr>
              <a:picLocks noChangeAspect="1"/>
            </p:cNvPicPr>
            <p:nvPr>
              <p:custDataLst>
                <p:tags r:id="rId4"/>
              </p:custDataLst>
            </p:nvPr>
          </p:nvPicPr>
          <p:blipFill>
            <a:blip r:embed="rId24"/>
            <a:stretch>
              <a:fillRect/>
            </a:stretch>
          </p:blipFill>
          <p:spPr>
            <a:xfrm>
              <a:off x="2013258" y="5939050"/>
              <a:ext cx="8393143" cy="229029"/>
            </a:xfrm>
            <a:prstGeom prst="rect">
              <a:avLst/>
            </a:prstGeom>
          </p:spPr>
        </p:pic>
      </p:grpSp>
    </p:spTree>
    <p:extLst>
      <p:ext uri="{BB962C8B-B14F-4D97-AF65-F5344CB8AC3E}">
        <p14:creationId xmlns:p14="http://schemas.microsoft.com/office/powerpoint/2010/main" val="262518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dirty="0"/>
              <a:t>Whiteboard 2</a:t>
            </a:r>
          </a:p>
        </p:txBody>
      </p:sp>
      <p:pic>
        <p:nvPicPr>
          <p:cNvPr id="21" name="Picture 20">
            <a:extLst>
              <a:ext uri="{FF2B5EF4-FFF2-40B4-BE49-F238E27FC236}">
                <a16:creationId xmlns:a16="http://schemas.microsoft.com/office/drawing/2014/main" id="{BC002C28-1840-446E-B140-AFEE965767A7}"/>
              </a:ext>
            </a:extLst>
          </p:cNvPr>
          <p:cNvPicPr>
            <a:picLocks noChangeAspect="1"/>
          </p:cNvPicPr>
          <p:nvPr>
            <p:custDataLst>
              <p:tags r:id="rId1"/>
            </p:custDataLst>
          </p:nvPr>
        </p:nvPicPr>
        <p:blipFill>
          <a:blip r:embed="rId4"/>
          <a:stretch>
            <a:fillRect/>
          </a:stretch>
        </p:blipFill>
        <p:spPr>
          <a:xfrm>
            <a:off x="1870470" y="2939662"/>
            <a:ext cx="8451061" cy="3379807"/>
          </a:xfrm>
          <a:prstGeom prst="rect">
            <a:avLst/>
          </a:prstGeom>
        </p:spPr>
      </p:pic>
      <p:pic>
        <p:nvPicPr>
          <p:cNvPr id="4" name="Picture 3">
            <a:extLst>
              <a:ext uri="{FF2B5EF4-FFF2-40B4-BE49-F238E27FC236}">
                <a16:creationId xmlns:a16="http://schemas.microsoft.com/office/drawing/2014/main" id="{F47DAC33-296C-4DE3-8B24-378C57120BDE}"/>
              </a:ext>
            </a:extLst>
          </p:cNvPr>
          <p:cNvPicPr>
            <a:picLocks noChangeAspect="1"/>
          </p:cNvPicPr>
          <p:nvPr>
            <p:custDataLst>
              <p:tags r:id="rId2"/>
            </p:custDataLst>
          </p:nvPr>
        </p:nvPicPr>
        <p:blipFill>
          <a:blip r:embed="rId5"/>
          <a:stretch>
            <a:fillRect/>
          </a:stretch>
        </p:blipFill>
        <p:spPr>
          <a:xfrm>
            <a:off x="2174398" y="1906958"/>
            <a:ext cx="7843204" cy="709029"/>
          </a:xfrm>
          <a:prstGeom prst="rect">
            <a:avLst/>
          </a:prstGeom>
        </p:spPr>
      </p:pic>
    </p:spTree>
    <p:extLst>
      <p:ext uri="{BB962C8B-B14F-4D97-AF65-F5344CB8AC3E}">
        <p14:creationId xmlns:p14="http://schemas.microsoft.com/office/powerpoint/2010/main" val="31552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dirty="0"/>
              <a:t>Whiteboard 3a</a:t>
            </a:r>
          </a:p>
        </p:txBody>
      </p:sp>
      <p:pic>
        <p:nvPicPr>
          <p:cNvPr id="4" name="Picture 3">
            <a:extLst>
              <a:ext uri="{FF2B5EF4-FFF2-40B4-BE49-F238E27FC236}">
                <a16:creationId xmlns:a16="http://schemas.microsoft.com/office/drawing/2014/main" id="{7AC548EF-7538-47B6-AAFE-94B45B0F4B85}"/>
              </a:ext>
            </a:extLst>
          </p:cNvPr>
          <p:cNvPicPr>
            <a:picLocks noChangeAspect="1"/>
          </p:cNvPicPr>
          <p:nvPr>
            <p:custDataLst>
              <p:tags r:id="rId1"/>
            </p:custDataLst>
          </p:nvPr>
        </p:nvPicPr>
        <p:blipFill>
          <a:blip r:embed="rId4"/>
          <a:stretch>
            <a:fillRect/>
          </a:stretch>
        </p:blipFill>
        <p:spPr>
          <a:xfrm>
            <a:off x="2174398" y="1822176"/>
            <a:ext cx="7843204" cy="739200"/>
          </a:xfrm>
          <a:prstGeom prst="rect">
            <a:avLst/>
          </a:prstGeom>
        </p:spPr>
      </p:pic>
      <p:pic>
        <p:nvPicPr>
          <p:cNvPr id="27" name="Picture 26">
            <a:extLst>
              <a:ext uri="{FF2B5EF4-FFF2-40B4-BE49-F238E27FC236}">
                <a16:creationId xmlns:a16="http://schemas.microsoft.com/office/drawing/2014/main" id="{7898A509-5DA3-4F6B-8DDD-C155D97C258F}"/>
              </a:ext>
            </a:extLst>
          </p:cNvPr>
          <p:cNvPicPr>
            <a:picLocks noChangeAspect="1"/>
          </p:cNvPicPr>
          <p:nvPr>
            <p:custDataLst>
              <p:tags r:id="rId2"/>
            </p:custDataLst>
          </p:nvPr>
        </p:nvPicPr>
        <p:blipFill>
          <a:blip r:embed="rId5"/>
          <a:stretch>
            <a:fillRect/>
          </a:stretch>
        </p:blipFill>
        <p:spPr>
          <a:xfrm>
            <a:off x="1995425" y="2729735"/>
            <a:ext cx="8201151" cy="3728756"/>
          </a:xfrm>
          <a:prstGeom prst="rect">
            <a:avLst/>
          </a:prstGeom>
        </p:spPr>
      </p:pic>
    </p:spTree>
    <p:extLst>
      <p:ext uri="{BB962C8B-B14F-4D97-AF65-F5344CB8AC3E}">
        <p14:creationId xmlns:p14="http://schemas.microsoft.com/office/powerpoint/2010/main" val="2654614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dirty="0"/>
              <a:t>Whiteboard 3b</a:t>
            </a:r>
          </a:p>
        </p:txBody>
      </p:sp>
      <p:pic>
        <p:nvPicPr>
          <p:cNvPr id="32" name="Picture 31">
            <a:extLst>
              <a:ext uri="{FF2B5EF4-FFF2-40B4-BE49-F238E27FC236}">
                <a16:creationId xmlns:a16="http://schemas.microsoft.com/office/drawing/2014/main" id="{A3928FAC-AD1F-4BA8-9979-373C973C57F6}"/>
              </a:ext>
            </a:extLst>
          </p:cNvPr>
          <p:cNvPicPr>
            <a:picLocks noChangeAspect="1"/>
          </p:cNvPicPr>
          <p:nvPr>
            <p:custDataLst>
              <p:tags r:id="rId1"/>
            </p:custDataLst>
          </p:nvPr>
        </p:nvPicPr>
        <p:blipFill>
          <a:blip r:embed="rId6"/>
          <a:stretch>
            <a:fillRect/>
          </a:stretch>
        </p:blipFill>
        <p:spPr>
          <a:xfrm>
            <a:off x="1870470" y="2939662"/>
            <a:ext cx="8451061" cy="649142"/>
          </a:xfrm>
          <a:prstGeom prst="rect">
            <a:avLst/>
          </a:prstGeom>
        </p:spPr>
      </p:pic>
      <p:pic>
        <p:nvPicPr>
          <p:cNvPr id="4" name="Picture 3">
            <a:extLst>
              <a:ext uri="{FF2B5EF4-FFF2-40B4-BE49-F238E27FC236}">
                <a16:creationId xmlns:a16="http://schemas.microsoft.com/office/drawing/2014/main" id="{F47DAC33-296C-4DE3-8B24-378C57120BDE}"/>
              </a:ext>
            </a:extLst>
          </p:cNvPr>
          <p:cNvPicPr>
            <a:picLocks noChangeAspect="1"/>
          </p:cNvPicPr>
          <p:nvPr>
            <p:custDataLst>
              <p:tags r:id="rId2"/>
            </p:custDataLst>
          </p:nvPr>
        </p:nvPicPr>
        <p:blipFill>
          <a:blip r:embed="rId7"/>
          <a:stretch>
            <a:fillRect/>
          </a:stretch>
        </p:blipFill>
        <p:spPr>
          <a:xfrm>
            <a:off x="2171658" y="1906958"/>
            <a:ext cx="7843204" cy="709029"/>
          </a:xfrm>
          <a:prstGeom prst="rect">
            <a:avLst/>
          </a:prstGeom>
        </p:spPr>
      </p:pic>
      <p:pic>
        <p:nvPicPr>
          <p:cNvPr id="28" name="Picture 27">
            <a:extLst>
              <a:ext uri="{FF2B5EF4-FFF2-40B4-BE49-F238E27FC236}">
                <a16:creationId xmlns:a16="http://schemas.microsoft.com/office/drawing/2014/main" id="{A143954A-5AEC-4DBD-82A4-893BB3FF3D5C}"/>
              </a:ext>
            </a:extLst>
          </p:cNvPr>
          <p:cNvPicPr>
            <a:picLocks noChangeAspect="1"/>
          </p:cNvPicPr>
          <p:nvPr>
            <p:custDataLst>
              <p:tags r:id="rId3"/>
            </p:custDataLst>
          </p:nvPr>
        </p:nvPicPr>
        <p:blipFill>
          <a:blip r:embed="rId8"/>
          <a:stretch>
            <a:fillRect/>
          </a:stretch>
        </p:blipFill>
        <p:spPr>
          <a:xfrm>
            <a:off x="4135618" y="3807274"/>
            <a:ext cx="3920765" cy="636950"/>
          </a:xfrm>
          <a:prstGeom prst="rect">
            <a:avLst/>
          </a:prstGeom>
        </p:spPr>
      </p:pic>
      <p:pic>
        <p:nvPicPr>
          <p:cNvPr id="30" name="Picture 29">
            <a:extLst>
              <a:ext uri="{FF2B5EF4-FFF2-40B4-BE49-F238E27FC236}">
                <a16:creationId xmlns:a16="http://schemas.microsoft.com/office/drawing/2014/main" id="{61E8867E-9E26-44EC-ABA5-CD4E6D06B2EC}"/>
              </a:ext>
            </a:extLst>
          </p:cNvPr>
          <p:cNvPicPr>
            <a:picLocks noChangeAspect="1"/>
          </p:cNvPicPr>
          <p:nvPr>
            <p:custDataLst>
              <p:tags r:id="rId4"/>
            </p:custDataLst>
          </p:nvPr>
        </p:nvPicPr>
        <p:blipFill>
          <a:blip r:embed="rId9"/>
          <a:stretch>
            <a:fillRect/>
          </a:stretch>
        </p:blipFill>
        <p:spPr>
          <a:xfrm>
            <a:off x="808375" y="4578901"/>
            <a:ext cx="10575250" cy="649141"/>
          </a:xfrm>
          <a:prstGeom prst="rect">
            <a:avLst/>
          </a:prstGeom>
        </p:spPr>
      </p:pic>
    </p:spTree>
    <p:extLst>
      <p:ext uri="{BB962C8B-B14F-4D97-AF65-F5344CB8AC3E}">
        <p14:creationId xmlns:p14="http://schemas.microsoft.com/office/powerpoint/2010/main" val="3813746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46B75EA-AB80-4C5A-B5DA-5FA6ED3EC3C7}"/>
              </a:ext>
            </a:extLst>
          </p:cNvPr>
          <p:cNvSpPr txBox="1"/>
          <p:nvPr/>
        </p:nvSpPr>
        <p:spPr>
          <a:xfrm>
            <a:off x="251506" y="2035158"/>
            <a:ext cx="11688988" cy="369332"/>
          </a:xfrm>
          <a:prstGeom prst="rect">
            <a:avLst/>
          </a:prstGeom>
          <a:noFill/>
        </p:spPr>
        <p:txBody>
          <a:bodyPr wrap="square" rtlCol="0">
            <a:spAutoFit/>
          </a:bodyPr>
          <a:lstStyle/>
          <a:p>
            <a:pPr algn="ctr"/>
            <a:r>
              <a:rPr lang="en-US" b="1" i="1" dirty="0">
                <a:solidFill>
                  <a:schemeClr val="accent3">
                    <a:lumMod val="75000"/>
                  </a:schemeClr>
                </a:solidFill>
              </a:rPr>
              <a:t>EMA-1</a:t>
            </a:r>
            <a:r>
              <a:rPr lang="en-US" b="1" dirty="0"/>
              <a:t>:</a:t>
            </a:r>
            <a:r>
              <a:rPr lang="en-US" dirty="0"/>
              <a:t> Assume in </a:t>
            </a:r>
            <a:r>
              <a:rPr lang="en-US" b="1" i="1" dirty="0"/>
              <a:t>k</a:t>
            </a:r>
            <a:r>
              <a:rPr lang="en-US" dirty="0"/>
              <a:t>-space the donor electron is localized at the </a:t>
            </a:r>
            <a:r>
              <a:rPr lang="en-US" dirty="0">
                <a:solidFill>
                  <a:srgbClr val="0000FF"/>
                </a:solidFill>
              </a:rPr>
              <a:t>six-fold degenerate minima</a:t>
            </a:r>
            <a:r>
              <a:rPr lang="en-US" dirty="0"/>
              <a:t> of the silicon conduction band.</a:t>
            </a:r>
          </a:p>
        </p:txBody>
      </p:sp>
      <p:grpSp>
        <p:nvGrpSpPr>
          <p:cNvPr id="7" name="Group 6">
            <a:extLst>
              <a:ext uri="{FF2B5EF4-FFF2-40B4-BE49-F238E27FC236}">
                <a16:creationId xmlns:a16="http://schemas.microsoft.com/office/drawing/2014/main" id="{937E6BEC-79C1-4C02-9BCE-C7FD2B7597FC}"/>
              </a:ext>
            </a:extLst>
          </p:cNvPr>
          <p:cNvGrpSpPr/>
          <p:nvPr/>
        </p:nvGrpSpPr>
        <p:grpSpPr>
          <a:xfrm>
            <a:off x="2082041" y="2894820"/>
            <a:ext cx="8027918" cy="3656828"/>
            <a:chOff x="2734504" y="2894820"/>
            <a:chExt cx="8027918" cy="3656828"/>
          </a:xfrm>
        </p:grpSpPr>
        <p:grpSp>
          <p:nvGrpSpPr>
            <p:cNvPr id="2" name="Group 1">
              <a:extLst>
                <a:ext uri="{FF2B5EF4-FFF2-40B4-BE49-F238E27FC236}">
                  <a16:creationId xmlns:a16="http://schemas.microsoft.com/office/drawing/2014/main" id="{DA717B26-BCC3-494C-8776-63A24F9C44A1}"/>
                </a:ext>
              </a:extLst>
            </p:cNvPr>
            <p:cNvGrpSpPr/>
            <p:nvPr/>
          </p:nvGrpSpPr>
          <p:grpSpPr>
            <a:xfrm>
              <a:off x="2734504" y="2894820"/>
              <a:ext cx="4334333" cy="3656828"/>
              <a:chOff x="13099" y="1343445"/>
              <a:chExt cx="4334333" cy="3656828"/>
            </a:xfrm>
          </p:grpSpPr>
          <p:pic>
            <p:nvPicPr>
              <p:cNvPr id="14" name="Picture 13">
                <a:extLst>
                  <a:ext uri="{FF2B5EF4-FFF2-40B4-BE49-F238E27FC236}">
                    <a16:creationId xmlns:a16="http://schemas.microsoft.com/office/drawing/2014/main" id="{87179E21-0E3F-4488-9AA3-890AC9600B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043" y="1343445"/>
                <a:ext cx="2738445" cy="2857508"/>
              </a:xfrm>
              <a:prstGeom prst="rect">
                <a:avLst/>
              </a:prstGeom>
              <a:solidFill>
                <a:schemeClr val="bg1"/>
              </a:solidFill>
            </p:spPr>
          </p:pic>
          <p:sp>
            <p:nvSpPr>
              <p:cNvPr id="11" name="TextBox 10">
                <a:extLst>
                  <a:ext uri="{FF2B5EF4-FFF2-40B4-BE49-F238E27FC236}">
                    <a16:creationId xmlns:a16="http://schemas.microsoft.com/office/drawing/2014/main" id="{DC2AA13F-3ACA-43FB-BA2E-68F8EB11DE5C}"/>
                  </a:ext>
                </a:extLst>
              </p:cNvPr>
              <p:cNvSpPr txBox="1"/>
              <p:nvPr/>
            </p:nvSpPr>
            <p:spPr>
              <a:xfrm>
                <a:off x="13099" y="4261609"/>
                <a:ext cx="4334333"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Minima picture from S. </a:t>
                </a:r>
                <a:r>
                  <a:rPr lang="en-US" sz="1400" dirty="0" err="1">
                    <a:latin typeface="Calibri" panose="020F0502020204030204" pitchFamily="34" charset="0"/>
                    <a:cs typeface="Calibri" panose="020F0502020204030204" pitchFamily="34" charset="0"/>
                  </a:rPr>
                  <a:t>Dhar</a:t>
                </a:r>
                <a:r>
                  <a:rPr lang="en-US" sz="1400" dirty="0">
                    <a:latin typeface="Calibri" panose="020F0502020204030204" pitchFamily="34" charset="0"/>
                    <a:cs typeface="Calibri" panose="020F0502020204030204" pitchFamily="34" charset="0"/>
                  </a:rPr>
                  <a:t>.</a:t>
                </a:r>
              </a:p>
              <a:p>
                <a:pPr algn="ctr"/>
                <a:r>
                  <a:rPr lang="en-US" sz="1400" dirty="0" err="1">
                    <a:latin typeface="Calibri" panose="020F0502020204030204" pitchFamily="34" charset="0"/>
                    <a:cs typeface="Calibri" panose="020F0502020204030204" pitchFamily="34" charset="0"/>
                  </a:rPr>
                  <a:t>Dr.techn</a:t>
                </a:r>
                <a:r>
                  <a:rPr lang="en-US" sz="1400" dirty="0">
                    <a:latin typeface="Calibri" panose="020F0502020204030204" pitchFamily="34" charset="0"/>
                    <a:cs typeface="Calibri" panose="020F0502020204030204" pitchFamily="34" charset="0"/>
                  </a:rPr>
                  <a:t>. Thesis, Vienna University of Technology, 2007. </a:t>
                </a:r>
              </a:p>
              <a:p>
                <a:pPr algn="ctr"/>
                <a:r>
                  <a:rPr lang="en-US" sz="1400" i="1" dirty="0">
                    <a:latin typeface="Calibri" panose="020F0502020204030204" pitchFamily="34" charset="0"/>
                    <a:cs typeface="Calibri" panose="020F0502020204030204" pitchFamily="34" charset="0"/>
                  </a:rPr>
                  <a:t>http://www.iue.tuwien.ac.at/phd/dhar/node18.html</a:t>
                </a:r>
              </a:p>
            </p:txBody>
          </p:sp>
        </p:grpSp>
        <p:grpSp>
          <p:nvGrpSpPr>
            <p:cNvPr id="5" name="Group 4">
              <a:extLst>
                <a:ext uri="{FF2B5EF4-FFF2-40B4-BE49-F238E27FC236}">
                  <a16:creationId xmlns:a16="http://schemas.microsoft.com/office/drawing/2014/main" id="{2A92BD10-70D4-4B82-9EC8-4758E3538323}"/>
                </a:ext>
              </a:extLst>
            </p:cNvPr>
            <p:cNvGrpSpPr/>
            <p:nvPr/>
          </p:nvGrpSpPr>
          <p:grpSpPr>
            <a:xfrm>
              <a:off x="7803515" y="3182014"/>
              <a:ext cx="2958907" cy="3082440"/>
              <a:chOff x="6862130" y="1632436"/>
              <a:chExt cx="2958907" cy="3082440"/>
            </a:xfrm>
          </p:grpSpPr>
          <p:pic>
            <p:nvPicPr>
              <p:cNvPr id="15" name="Picture 14">
                <a:extLst>
                  <a:ext uri="{FF2B5EF4-FFF2-40B4-BE49-F238E27FC236}">
                    <a16:creationId xmlns:a16="http://schemas.microsoft.com/office/drawing/2014/main" id="{7E97347D-05E9-4CC1-922D-09AAA066DE92}"/>
                  </a:ext>
                </a:extLst>
              </p:cNvPr>
              <p:cNvPicPr>
                <a:picLocks noChangeAspect="1"/>
              </p:cNvPicPr>
              <p:nvPr/>
            </p:nvPicPr>
            <p:blipFill>
              <a:blip r:embed="rId4"/>
              <a:stretch>
                <a:fillRect/>
              </a:stretch>
            </p:blipFill>
            <p:spPr>
              <a:xfrm>
                <a:off x="6862130" y="1632436"/>
                <a:ext cx="2958907" cy="3082440"/>
              </a:xfrm>
              <a:prstGeom prst="rect">
                <a:avLst/>
              </a:prstGeom>
              <a:solidFill>
                <a:schemeClr val="bg1"/>
              </a:solidFill>
            </p:spPr>
          </p:pic>
          <p:sp>
            <p:nvSpPr>
              <p:cNvPr id="3" name="Oval 2">
                <a:extLst>
                  <a:ext uri="{FF2B5EF4-FFF2-40B4-BE49-F238E27FC236}">
                    <a16:creationId xmlns:a16="http://schemas.microsoft.com/office/drawing/2014/main" id="{2B17CA96-9D94-4106-9FBE-552D76607B11}"/>
                  </a:ext>
                </a:extLst>
              </p:cNvPr>
              <p:cNvSpPr>
                <a:spLocks noChangeAspect="1"/>
              </p:cNvSpPr>
              <p:nvPr/>
            </p:nvSpPr>
            <p:spPr>
              <a:xfrm>
                <a:off x="8470904" y="2324102"/>
                <a:ext cx="176070" cy="58690"/>
              </a:xfrm>
              <a:prstGeom prst="ellipse">
                <a:avLst/>
              </a:prstGeom>
              <a:solidFill>
                <a:srgbClr val="0000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 name="Title 3">
            <a:extLst>
              <a:ext uri="{FF2B5EF4-FFF2-40B4-BE49-F238E27FC236}">
                <a16:creationId xmlns:a16="http://schemas.microsoft.com/office/drawing/2014/main" id="{CDA8726D-F123-4124-9120-5823F5EA09D5}"/>
              </a:ext>
            </a:extLst>
          </p:cNvPr>
          <p:cNvSpPr>
            <a:spLocks noGrp="1"/>
          </p:cNvSpPr>
          <p:nvPr>
            <p:ph type="title"/>
          </p:nvPr>
        </p:nvSpPr>
        <p:spPr>
          <a:xfrm>
            <a:off x="838200" y="1280160"/>
            <a:ext cx="10515600" cy="507831"/>
          </a:xfrm>
        </p:spPr>
        <p:txBody>
          <a:bodyPr/>
          <a:lstStyle/>
          <a:p>
            <a:r>
              <a:rPr lang="en-US" dirty="0"/>
              <a:t>Introducing the effective mass approximations -- I</a:t>
            </a:r>
          </a:p>
        </p:txBody>
      </p:sp>
    </p:spTree>
    <p:extLst>
      <p:ext uri="{BB962C8B-B14F-4D97-AF65-F5344CB8AC3E}">
        <p14:creationId xmlns:p14="http://schemas.microsoft.com/office/powerpoint/2010/main" val="609258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443646E3-9480-456D-957B-8117E24E8AD3}"/>
              </a:ext>
            </a:extLst>
          </p:cNvPr>
          <p:cNvPicPr>
            <a:picLocks noChangeAspect="1"/>
          </p:cNvPicPr>
          <p:nvPr>
            <p:custDataLst>
              <p:tags r:id="rId1"/>
            </p:custDataLst>
          </p:nvPr>
        </p:nvPicPr>
        <p:blipFill>
          <a:blip r:embed="rId7"/>
          <a:stretch>
            <a:fillRect/>
          </a:stretch>
        </p:blipFill>
        <p:spPr>
          <a:xfrm>
            <a:off x="2822096" y="2953552"/>
            <a:ext cx="6547809" cy="670476"/>
          </a:xfrm>
          <a:prstGeom prst="rect">
            <a:avLst/>
          </a:prstGeom>
        </p:spPr>
      </p:pic>
      <p:sp>
        <p:nvSpPr>
          <p:cNvPr id="16" name="TextBox 15">
            <a:extLst>
              <a:ext uri="{FF2B5EF4-FFF2-40B4-BE49-F238E27FC236}">
                <a16:creationId xmlns:a16="http://schemas.microsoft.com/office/drawing/2014/main" id="{77B79EB9-D877-43C7-A7D6-3E0EF4EDDBA3}"/>
              </a:ext>
            </a:extLst>
          </p:cNvPr>
          <p:cNvSpPr txBox="1"/>
          <p:nvPr/>
        </p:nvSpPr>
        <p:spPr>
          <a:xfrm>
            <a:off x="251506" y="2035158"/>
            <a:ext cx="11688988" cy="369332"/>
          </a:xfrm>
          <a:prstGeom prst="rect">
            <a:avLst/>
          </a:prstGeom>
          <a:noFill/>
        </p:spPr>
        <p:txBody>
          <a:bodyPr wrap="square" rtlCol="0">
            <a:spAutoFit/>
          </a:bodyPr>
          <a:lstStyle/>
          <a:p>
            <a:pPr algn="ctr"/>
            <a:r>
              <a:rPr lang="en-US" b="1" i="1" dirty="0">
                <a:solidFill>
                  <a:schemeClr val="accent3">
                    <a:lumMod val="75000"/>
                  </a:schemeClr>
                </a:solidFill>
              </a:rPr>
              <a:t>EMA-1</a:t>
            </a:r>
            <a:r>
              <a:rPr lang="en-US" b="1" dirty="0"/>
              <a:t>:</a:t>
            </a:r>
            <a:r>
              <a:rPr lang="en-US" dirty="0"/>
              <a:t> Assume in </a:t>
            </a:r>
            <a:r>
              <a:rPr lang="en-US" b="1" i="1" dirty="0"/>
              <a:t>k</a:t>
            </a:r>
            <a:r>
              <a:rPr lang="en-US" dirty="0"/>
              <a:t>-space the donor electron is localized at the </a:t>
            </a:r>
            <a:r>
              <a:rPr lang="en-US" dirty="0">
                <a:solidFill>
                  <a:srgbClr val="0000FF"/>
                </a:solidFill>
              </a:rPr>
              <a:t>six-fold degenerate minima</a:t>
            </a:r>
            <a:r>
              <a:rPr lang="en-US" dirty="0"/>
              <a:t> of the silicon conduction band.</a:t>
            </a:r>
          </a:p>
        </p:txBody>
      </p:sp>
      <p:sp>
        <p:nvSpPr>
          <p:cNvPr id="5" name="Title 4">
            <a:extLst>
              <a:ext uri="{FF2B5EF4-FFF2-40B4-BE49-F238E27FC236}">
                <a16:creationId xmlns:a16="http://schemas.microsoft.com/office/drawing/2014/main" id="{46DCDF3E-6452-463A-A9D8-8D91326048D7}"/>
              </a:ext>
            </a:extLst>
          </p:cNvPr>
          <p:cNvSpPr>
            <a:spLocks noGrp="1"/>
          </p:cNvSpPr>
          <p:nvPr>
            <p:ph type="title"/>
          </p:nvPr>
        </p:nvSpPr>
        <p:spPr/>
        <p:txBody>
          <a:bodyPr/>
          <a:lstStyle/>
          <a:p>
            <a:r>
              <a:rPr lang="en-US" dirty="0"/>
              <a:t>Introducing the effective mass approximations -- II</a:t>
            </a:r>
          </a:p>
        </p:txBody>
      </p:sp>
      <p:pic>
        <p:nvPicPr>
          <p:cNvPr id="7" name="Picture 6">
            <a:extLst>
              <a:ext uri="{FF2B5EF4-FFF2-40B4-BE49-F238E27FC236}">
                <a16:creationId xmlns:a16="http://schemas.microsoft.com/office/drawing/2014/main" id="{C16F6C38-813B-4367-85C3-F21751580C40}"/>
              </a:ext>
            </a:extLst>
          </p:cNvPr>
          <p:cNvPicPr>
            <a:picLocks noChangeAspect="1"/>
          </p:cNvPicPr>
          <p:nvPr>
            <p:custDataLst>
              <p:tags r:id="rId2"/>
            </p:custDataLst>
          </p:nvPr>
        </p:nvPicPr>
        <p:blipFill>
          <a:blip r:embed="rId8"/>
          <a:stretch>
            <a:fillRect/>
          </a:stretch>
        </p:blipFill>
        <p:spPr>
          <a:xfrm>
            <a:off x="1576457" y="4046323"/>
            <a:ext cx="9039086" cy="230401"/>
          </a:xfrm>
          <a:prstGeom prst="rect">
            <a:avLst/>
          </a:prstGeom>
        </p:spPr>
      </p:pic>
      <p:pic>
        <p:nvPicPr>
          <p:cNvPr id="3" name="Picture 2">
            <a:extLst>
              <a:ext uri="{FF2B5EF4-FFF2-40B4-BE49-F238E27FC236}">
                <a16:creationId xmlns:a16="http://schemas.microsoft.com/office/drawing/2014/main" id="{5C575809-912A-4299-A8D9-EF36648A5327}"/>
              </a:ext>
            </a:extLst>
          </p:cNvPr>
          <p:cNvPicPr>
            <a:picLocks noChangeAspect="1"/>
          </p:cNvPicPr>
          <p:nvPr>
            <p:custDataLst>
              <p:tags r:id="rId3"/>
            </p:custDataLst>
          </p:nvPr>
        </p:nvPicPr>
        <p:blipFill>
          <a:blip r:embed="rId9"/>
          <a:stretch>
            <a:fillRect/>
          </a:stretch>
        </p:blipFill>
        <p:spPr>
          <a:xfrm>
            <a:off x="4262400" y="4624387"/>
            <a:ext cx="3667201" cy="270172"/>
          </a:xfrm>
          <a:prstGeom prst="rect">
            <a:avLst/>
          </a:prstGeom>
        </p:spPr>
      </p:pic>
      <p:pic>
        <p:nvPicPr>
          <p:cNvPr id="26" name="Picture 25">
            <a:extLst>
              <a:ext uri="{FF2B5EF4-FFF2-40B4-BE49-F238E27FC236}">
                <a16:creationId xmlns:a16="http://schemas.microsoft.com/office/drawing/2014/main" id="{EEC09C85-7556-41CC-ABDF-F908ADBB315B}"/>
              </a:ext>
            </a:extLst>
          </p:cNvPr>
          <p:cNvPicPr>
            <a:picLocks noChangeAspect="1"/>
          </p:cNvPicPr>
          <p:nvPr>
            <p:custDataLst>
              <p:tags r:id="rId4"/>
            </p:custDataLst>
          </p:nvPr>
        </p:nvPicPr>
        <p:blipFill>
          <a:blip r:embed="rId10"/>
          <a:stretch>
            <a:fillRect/>
          </a:stretch>
        </p:blipFill>
        <p:spPr>
          <a:xfrm>
            <a:off x="2572114" y="5242221"/>
            <a:ext cx="7047773" cy="230401"/>
          </a:xfrm>
          <a:prstGeom prst="rect">
            <a:avLst/>
          </a:prstGeom>
        </p:spPr>
      </p:pic>
    </p:spTree>
    <p:extLst>
      <p:ext uri="{BB962C8B-B14F-4D97-AF65-F5344CB8AC3E}">
        <p14:creationId xmlns:p14="http://schemas.microsoft.com/office/powerpoint/2010/main" val="1104701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dirty="0"/>
              <a:t>Whiteboard 4</a:t>
            </a:r>
          </a:p>
        </p:txBody>
      </p:sp>
      <p:pic>
        <p:nvPicPr>
          <p:cNvPr id="32" name="Picture 31">
            <a:extLst>
              <a:ext uri="{FF2B5EF4-FFF2-40B4-BE49-F238E27FC236}">
                <a16:creationId xmlns:a16="http://schemas.microsoft.com/office/drawing/2014/main" id="{A3928FAC-AD1F-4BA8-9979-373C973C57F6}"/>
              </a:ext>
            </a:extLst>
          </p:cNvPr>
          <p:cNvPicPr>
            <a:picLocks noChangeAspect="1"/>
          </p:cNvPicPr>
          <p:nvPr>
            <p:custDataLst>
              <p:tags r:id="rId1"/>
            </p:custDataLst>
          </p:nvPr>
        </p:nvPicPr>
        <p:blipFill>
          <a:blip r:embed="rId6"/>
          <a:stretch>
            <a:fillRect/>
          </a:stretch>
        </p:blipFill>
        <p:spPr>
          <a:xfrm>
            <a:off x="1870470" y="2939662"/>
            <a:ext cx="8451061" cy="649142"/>
          </a:xfrm>
          <a:prstGeom prst="rect">
            <a:avLst/>
          </a:prstGeom>
        </p:spPr>
      </p:pic>
      <p:pic>
        <p:nvPicPr>
          <p:cNvPr id="4" name="Picture 3">
            <a:extLst>
              <a:ext uri="{FF2B5EF4-FFF2-40B4-BE49-F238E27FC236}">
                <a16:creationId xmlns:a16="http://schemas.microsoft.com/office/drawing/2014/main" id="{F47DAC33-296C-4DE3-8B24-378C57120BDE}"/>
              </a:ext>
            </a:extLst>
          </p:cNvPr>
          <p:cNvPicPr>
            <a:picLocks noChangeAspect="1"/>
          </p:cNvPicPr>
          <p:nvPr>
            <p:custDataLst>
              <p:tags r:id="rId2"/>
            </p:custDataLst>
          </p:nvPr>
        </p:nvPicPr>
        <p:blipFill>
          <a:blip r:embed="rId7"/>
          <a:stretch>
            <a:fillRect/>
          </a:stretch>
        </p:blipFill>
        <p:spPr>
          <a:xfrm>
            <a:off x="2171658" y="1906958"/>
            <a:ext cx="7843204" cy="709029"/>
          </a:xfrm>
          <a:prstGeom prst="rect">
            <a:avLst/>
          </a:prstGeom>
        </p:spPr>
      </p:pic>
      <p:pic>
        <p:nvPicPr>
          <p:cNvPr id="28" name="Picture 27">
            <a:extLst>
              <a:ext uri="{FF2B5EF4-FFF2-40B4-BE49-F238E27FC236}">
                <a16:creationId xmlns:a16="http://schemas.microsoft.com/office/drawing/2014/main" id="{A143954A-5AEC-4DBD-82A4-893BB3FF3D5C}"/>
              </a:ext>
            </a:extLst>
          </p:cNvPr>
          <p:cNvPicPr>
            <a:picLocks noChangeAspect="1"/>
          </p:cNvPicPr>
          <p:nvPr>
            <p:custDataLst>
              <p:tags r:id="rId3"/>
            </p:custDataLst>
          </p:nvPr>
        </p:nvPicPr>
        <p:blipFill>
          <a:blip r:embed="rId8"/>
          <a:stretch>
            <a:fillRect/>
          </a:stretch>
        </p:blipFill>
        <p:spPr>
          <a:xfrm>
            <a:off x="4135618" y="3807274"/>
            <a:ext cx="3920765" cy="636950"/>
          </a:xfrm>
          <a:prstGeom prst="rect">
            <a:avLst/>
          </a:prstGeom>
        </p:spPr>
      </p:pic>
      <p:pic>
        <p:nvPicPr>
          <p:cNvPr id="30" name="Picture 29">
            <a:extLst>
              <a:ext uri="{FF2B5EF4-FFF2-40B4-BE49-F238E27FC236}">
                <a16:creationId xmlns:a16="http://schemas.microsoft.com/office/drawing/2014/main" id="{61E8867E-9E26-44EC-ABA5-CD4E6D06B2EC}"/>
              </a:ext>
            </a:extLst>
          </p:cNvPr>
          <p:cNvPicPr>
            <a:picLocks noChangeAspect="1"/>
          </p:cNvPicPr>
          <p:nvPr>
            <p:custDataLst>
              <p:tags r:id="rId4"/>
            </p:custDataLst>
          </p:nvPr>
        </p:nvPicPr>
        <p:blipFill>
          <a:blip r:embed="rId9"/>
          <a:stretch>
            <a:fillRect/>
          </a:stretch>
        </p:blipFill>
        <p:spPr>
          <a:xfrm>
            <a:off x="808375" y="4578901"/>
            <a:ext cx="10575250" cy="649141"/>
          </a:xfrm>
          <a:prstGeom prst="rect">
            <a:avLst/>
          </a:prstGeom>
        </p:spPr>
      </p:pic>
    </p:spTree>
    <p:extLst>
      <p:ext uri="{BB962C8B-B14F-4D97-AF65-F5344CB8AC3E}">
        <p14:creationId xmlns:p14="http://schemas.microsoft.com/office/powerpoint/2010/main" val="2182207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9AB-19DC-4A8E-A49F-95FD7D708B3B}"/>
              </a:ext>
            </a:extLst>
          </p:cNvPr>
          <p:cNvSpPr>
            <a:spLocks noGrp="1"/>
          </p:cNvSpPr>
          <p:nvPr>
            <p:ph type="title"/>
          </p:nvPr>
        </p:nvSpPr>
        <p:spPr/>
        <p:txBody>
          <a:bodyPr/>
          <a:lstStyle/>
          <a:p>
            <a:r>
              <a:rPr lang="en-US" dirty="0"/>
              <a:t>Whiteboard 5</a:t>
            </a:r>
          </a:p>
        </p:txBody>
      </p:sp>
      <p:pic>
        <p:nvPicPr>
          <p:cNvPr id="5" name="Picture 4" descr="\documentclass{article}&#10;\usepackage{amsmath,bm}&#10;\pagestyle{empty}&#10;\begin{document}&#10;&#10;There should be more detail between previous and succeeding slides. I'll need to add this.&#10;&#10;&#10;&#10;\end{document}" title="IguanaTex Bitmap Display">
            <a:extLst>
              <a:ext uri="{FF2B5EF4-FFF2-40B4-BE49-F238E27FC236}">
                <a16:creationId xmlns:a16="http://schemas.microsoft.com/office/drawing/2014/main" id="{F4578C40-F102-48B4-B553-1E00FF885698}"/>
              </a:ext>
            </a:extLst>
          </p:cNvPr>
          <p:cNvPicPr>
            <a:picLocks noChangeAspect="1"/>
          </p:cNvPicPr>
          <p:nvPr>
            <p:custDataLst>
              <p:tags r:id="rId1"/>
            </p:custDataLst>
          </p:nvPr>
        </p:nvPicPr>
        <p:blipFill>
          <a:blip r:embed="rId3"/>
          <a:stretch>
            <a:fillRect/>
          </a:stretch>
        </p:blipFill>
        <p:spPr>
          <a:xfrm>
            <a:off x="2171658" y="1906958"/>
            <a:ext cx="7843204" cy="433372"/>
          </a:xfrm>
          <a:prstGeom prst="rect">
            <a:avLst/>
          </a:prstGeom>
        </p:spPr>
      </p:pic>
    </p:spTree>
    <p:extLst>
      <p:ext uri="{BB962C8B-B14F-4D97-AF65-F5344CB8AC3E}">
        <p14:creationId xmlns:p14="http://schemas.microsoft.com/office/powerpoint/2010/main" val="3565433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DCDF3E-6452-463A-A9D8-8D91326048D7}"/>
              </a:ext>
            </a:extLst>
          </p:cNvPr>
          <p:cNvSpPr>
            <a:spLocks noGrp="1"/>
          </p:cNvSpPr>
          <p:nvPr>
            <p:ph type="title"/>
          </p:nvPr>
        </p:nvSpPr>
        <p:spPr/>
        <p:txBody>
          <a:bodyPr/>
          <a:lstStyle/>
          <a:p>
            <a:r>
              <a:rPr lang="en-US" dirty="0"/>
              <a:t>Starting to compute matrix elements </a:t>
            </a:r>
          </a:p>
        </p:txBody>
      </p:sp>
      <p:grpSp>
        <p:nvGrpSpPr>
          <p:cNvPr id="32" name="Group 31">
            <a:extLst>
              <a:ext uri="{FF2B5EF4-FFF2-40B4-BE49-F238E27FC236}">
                <a16:creationId xmlns:a16="http://schemas.microsoft.com/office/drawing/2014/main" id="{E46A1120-1E68-4AA4-8808-7A23200B0519}"/>
              </a:ext>
            </a:extLst>
          </p:cNvPr>
          <p:cNvGrpSpPr/>
          <p:nvPr/>
        </p:nvGrpSpPr>
        <p:grpSpPr>
          <a:xfrm>
            <a:off x="2799241" y="2023235"/>
            <a:ext cx="6485331" cy="2176290"/>
            <a:chOff x="2799241" y="2023235"/>
            <a:chExt cx="6485331" cy="2176290"/>
          </a:xfrm>
        </p:grpSpPr>
        <p:pic>
          <p:nvPicPr>
            <p:cNvPr id="18" name="Picture 17">
              <a:extLst>
                <a:ext uri="{FF2B5EF4-FFF2-40B4-BE49-F238E27FC236}">
                  <a16:creationId xmlns:a16="http://schemas.microsoft.com/office/drawing/2014/main" id="{BD6BB63F-CA18-4BDB-8F7E-B0C6ED5B2F82}"/>
                </a:ext>
              </a:extLst>
            </p:cNvPr>
            <p:cNvPicPr>
              <a:picLocks noChangeAspect="1"/>
            </p:cNvPicPr>
            <p:nvPr>
              <p:custDataLst>
                <p:tags r:id="rId6"/>
              </p:custDataLst>
            </p:nvPr>
          </p:nvPicPr>
          <p:blipFill>
            <a:blip r:embed="rId11"/>
            <a:stretch>
              <a:fillRect/>
            </a:stretch>
          </p:blipFill>
          <p:spPr>
            <a:xfrm>
              <a:off x="3254858" y="2023235"/>
              <a:ext cx="5444572" cy="682667"/>
            </a:xfrm>
            <a:prstGeom prst="rect">
              <a:avLst/>
            </a:prstGeom>
          </p:spPr>
        </p:pic>
        <p:pic>
          <p:nvPicPr>
            <p:cNvPr id="22" name="Picture 21">
              <a:extLst>
                <a:ext uri="{FF2B5EF4-FFF2-40B4-BE49-F238E27FC236}">
                  <a16:creationId xmlns:a16="http://schemas.microsoft.com/office/drawing/2014/main" id="{7A134C5D-F7CF-4490-B115-2E168A939B7A}"/>
                </a:ext>
              </a:extLst>
            </p:cNvPr>
            <p:cNvPicPr>
              <a:picLocks noChangeAspect="1"/>
            </p:cNvPicPr>
            <p:nvPr>
              <p:custDataLst>
                <p:tags r:id="rId7"/>
              </p:custDataLst>
            </p:nvPr>
          </p:nvPicPr>
          <p:blipFill>
            <a:blip r:embed="rId12"/>
            <a:stretch>
              <a:fillRect/>
            </a:stretch>
          </p:blipFill>
          <p:spPr>
            <a:xfrm>
              <a:off x="3029335" y="2770047"/>
              <a:ext cx="6255237" cy="682667"/>
            </a:xfrm>
            <a:prstGeom prst="rect">
              <a:avLst/>
            </a:prstGeom>
          </p:spPr>
        </p:pic>
        <p:pic>
          <p:nvPicPr>
            <p:cNvPr id="31" name="Picture 30">
              <a:extLst>
                <a:ext uri="{FF2B5EF4-FFF2-40B4-BE49-F238E27FC236}">
                  <a16:creationId xmlns:a16="http://schemas.microsoft.com/office/drawing/2014/main" id="{97CEADF2-A683-4FBF-9085-111B5107166A}"/>
                </a:ext>
              </a:extLst>
            </p:cNvPr>
            <p:cNvPicPr>
              <a:picLocks noChangeAspect="1"/>
            </p:cNvPicPr>
            <p:nvPr>
              <p:custDataLst>
                <p:tags r:id="rId8"/>
              </p:custDataLst>
            </p:nvPr>
          </p:nvPicPr>
          <p:blipFill>
            <a:blip r:embed="rId13"/>
            <a:stretch>
              <a:fillRect/>
            </a:stretch>
          </p:blipFill>
          <p:spPr>
            <a:xfrm>
              <a:off x="2799241" y="3516858"/>
              <a:ext cx="6425903" cy="682667"/>
            </a:xfrm>
            <a:prstGeom prst="rect">
              <a:avLst/>
            </a:prstGeom>
          </p:spPr>
        </p:pic>
      </p:grpSp>
      <p:grpSp>
        <p:nvGrpSpPr>
          <p:cNvPr id="15" name="Group 14">
            <a:extLst>
              <a:ext uri="{FF2B5EF4-FFF2-40B4-BE49-F238E27FC236}">
                <a16:creationId xmlns:a16="http://schemas.microsoft.com/office/drawing/2014/main" id="{036529BA-6498-48B9-B846-E82E51DEF1D1}"/>
              </a:ext>
            </a:extLst>
          </p:cNvPr>
          <p:cNvGrpSpPr/>
          <p:nvPr/>
        </p:nvGrpSpPr>
        <p:grpSpPr>
          <a:xfrm>
            <a:off x="1037803" y="4480685"/>
            <a:ext cx="10116397" cy="2246710"/>
            <a:chOff x="1037803" y="4480685"/>
            <a:chExt cx="10116397" cy="2246710"/>
          </a:xfrm>
        </p:grpSpPr>
        <p:pic>
          <p:nvPicPr>
            <p:cNvPr id="27" name="Picture 26">
              <a:extLst>
                <a:ext uri="{FF2B5EF4-FFF2-40B4-BE49-F238E27FC236}">
                  <a16:creationId xmlns:a16="http://schemas.microsoft.com/office/drawing/2014/main" id="{45CE468C-FE7C-42C5-84F8-768EED9E97DF}"/>
                </a:ext>
              </a:extLst>
            </p:cNvPr>
            <p:cNvPicPr>
              <a:picLocks noChangeAspect="1"/>
            </p:cNvPicPr>
            <p:nvPr>
              <p:custDataLst>
                <p:tags r:id="rId1"/>
              </p:custDataLst>
            </p:nvPr>
          </p:nvPicPr>
          <p:blipFill>
            <a:blip r:embed="rId14"/>
            <a:stretch>
              <a:fillRect/>
            </a:stretch>
          </p:blipFill>
          <p:spPr>
            <a:xfrm>
              <a:off x="3952000" y="4480685"/>
              <a:ext cx="4288000" cy="641524"/>
            </a:xfrm>
            <a:prstGeom prst="rect">
              <a:avLst/>
            </a:prstGeom>
          </p:spPr>
        </p:pic>
        <p:grpSp>
          <p:nvGrpSpPr>
            <p:cNvPr id="14" name="Group 13">
              <a:extLst>
                <a:ext uri="{FF2B5EF4-FFF2-40B4-BE49-F238E27FC236}">
                  <a16:creationId xmlns:a16="http://schemas.microsoft.com/office/drawing/2014/main" id="{76745201-1ED0-4EED-85E5-D20D244B4093}"/>
                </a:ext>
              </a:extLst>
            </p:cNvPr>
            <p:cNvGrpSpPr/>
            <p:nvPr>
              <p:custDataLst>
                <p:tags r:id="rId2"/>
              </p:custDataLst>
            </p:nvPr>
          </p:nvGrpSpPr>
          <p:grpSpPr>
            <a:xfrm>
              <a:off x="1037803" y="5238323"/>
              <a:ext cx="10116397" cy="1489072"/>
              <a:chOff x="1037803" y="5238323"/>
              <a:chExt cx="10116397" cy="1489072"/>
            </a:xfrm>
          </p:grpSpPr>
          <p:grpSp>
            <p:nvGrpSpPr>
              <p:cNvPr id="49" name="Group 48">
                <a:extLst>
                  <a:ext uri="{FF2B5EF4-FFF2-40B4-BE49-F238E27FC236}">
                    <a16:creationId xmlns:a16="http://schemas.microsoft.com/office/drawing/2014/main" id="{6257A530-864C-4521-87C9-1BC383CB5541}"/>
                  </a:ext>
                </a:extLst>
              </p:cNvPr>
              <p:cNvGrpSpPr/>
              <p:nvPr/>
            </p:nvGrpSpPr>
            <p:grpSpPr>
              <a:xfrm>
                <a:off x="1568087" y="5995966"/>
                <a:ext cx="9586113" cy="731429"/>
                <a:chOff x="1698232" y="5995966"/>
                <a:chExt cx="9586113" cy="731429"/>
              </a:xfrm>
            </p:grpSpPr>
            <p:pic>
              <p:nvPicPr>
                <p:cNvPr id="33" name="Picture 32">
                  <a:extLst>
                    <a:ext uri="{FF2B5EF4-FFF2-40B4-BE49-F238E27FC236}">
                      <a16:creationId xmlns:a16="http://schemas.microsoft.com/office/drawing/2014/main" id="{04298F81-7A5C-4962-944C-F49BBF4FE722}"/>
                    </a:ext>
                  </a:extLst>
                </p:cNvPr>
                <p:cNvPicPr>
                  <a:picLocks noChangeAspect="1"/>
                </p:cNvPicPr>
                <p:nvPr>
                  <p:custDataLst>
                    <p:tags r:id="rId4"/>
                  </p:custDataLst>
                </p:nvPr>
              </p:nvPicPr>
              <p:blipFill>
                <a:blip r:embed="rId15"/>
                <a:stretch>
                  <a:fillRect/>
                </a:stretch>
              </p:blipFill>
              <p:spPr>
                <a:xfrm>
                  <a:off x="1698232" y="6176537"/>
                  <a:ext cx="4227048" cy="370286"/>
                </a:xfrm>
                <a:prstGeom prst="rect">
                  <a:avLst/>
                </a:prstGeom>
              </p:spPr>
            </p:pic>
            <p:pic>
              <p:nvPicPr>
                <p:cNvPr id="36" name="Picture 35">
                  <a:extLst>
                    <a:ext uri="{FF2B5EF4-FFF2-40B4-BE49-F238E27FC236}">
                      <a16:creationId xmlns:a16="http://schemas.microsoft.com/office/drawing/2014/main" id="{BC07385C-39C9-411F-82B6-DA813B747CE0}"/>
                    </a:ext>
                  </a:extLst>
                </p:cNvPr>
                <p:cNvPicPr>
                  <a:picLocks noChangeAspect="1"/>
                </p:cNvPicPr>
                <p:nvPr>
                  <p:custDataLst>
                    <p:tags r:id="rId5"/>
                  </p:custDataLst>
                </p:nvPr>
              </p:nvPicPr>
              <p:blipFill>
                <a:blip r:embed="rId16"/>
                <a:stretch>
                  <a:fillRect/>
                </a:stretch>
              </p:blipFill>
              <p:spPr>
                <a:xfrm>
                  <a:off x="6542249" y="5995966"/>
                  <a:ext cx="4742096" cy="731429"/>
                </a:xfrm>
                <a:prstGeom prst="rect">
                  <a:avLst/>
                </a:prstGeom>
              </p:spPr>
            </p:pic>
          </p:grpSp>
          <p:pic>
            <p:nvPicPr>
              <p:cNvPr id="7" name="Picture 6">
                <a:extLst>
                  <a:ext uri="{FF2B5EF4-FFF2-40B4-BE49-F238E27FC236}">
                    <a16:creationId xmlns:a16="http://schemas.microsoft.com/office/drawing/2014/main" id="{F5AF8518-D035-4215-954C-03DFD89AD419}"/>
                  </a:ext>
                </a:extLst>
              </p:cNvPr>
              <p:cNvPicPr>
                <a:picLocks noChangeAspect="1"/>
              </p:cNvPicPr>
              <p:nvPr>
                <p:custDataLst>
                  <p:tags r:id="rId3"/>
                </p:custDataLst>
              </p:nvPr>
            </p:nvPicPr>
            <p:blipFill>
              <a:blip r:embed="rId17"/>
              <a:stretch>
                <a:fillRect/>
              </a:stretch>
            </p:blipFill>
            <p:spPr>
              <a:xfrm>
                <a:off x="1037803" y="5238323"/>
                <a:ext cx="5008763" cy="641524"/>
              </a:xfrm>
              <a:prstGeom prst="rect">
                <a:avLst/>
              </a:prstGeom>
            </p:spPr>
          </p:pic>
        </p:grpSp>
      </p:grpSp>
    </p:spTree>
    <p:extLst>
      <p:ext uri="{BB962C8B-B14F-4D97-AF65-F5344CB8AC3E}">
        <p14:creationId xmlns:p14="http://schemas.microsoft.com/office/powerpoint/2010/main" val="597502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77B79EB9-D877-43C7-A7D6-3E0EF4EDDBA3}"/>
              </a:ext>
            </a:extLst>
          </p:cNvPr>
          <p:cNvSpPr txBox="1"/>
          <p:nvPr/>
        </p:nvSpPr>
        <p:spPr>
          <a:xfrm>
            <a:off x="251506" y="3597258"/>
            <a:ext cx="11688988" cy="369332"/>
          </a:xfrm>
          <a:prstGeom prst="rect">
            <a:avLst/>
          </a:prstGeom>
          <a:noFill/>
        </p:spPr>
        <p:txBody>
          <a:bodyPr wrap="square" rtlCol="0">
            <a:spAutoFit/>
          </a:bodyPr>
          <a:lstStyle/>
          <a:p>
            <a:pPr algn="ctr"/>
            <a:r>
              <a:rPr lang="en-US" b="1" i="1" dirty="0">
                <a:solidFill>
                  <a:schemeClr val="accent3">
                    <a:lumMod val="75000"/>
                  </a:schemeClr>
                </a:solidFill>
              </a:rPr>
              <a:t>EMA-2</a:t>
            </a:r>
            <a:r>
              <a:rPr lang="en-US" b="1" dirty="0"/>
              <a:t>:</a:t>
            </a:r>
            <a:r>
              <a:rPr lang="en-US" dirty="0"/>
              <a:t> Because of </a:t>
            </a:r>
            <a:r>
              <a:rPr lang="en-US" b="1" i="1" dirty="0"/>
              <a:t>k</a:t>
            </a:r>
            <a:r>
              <a:rPr lang="en-US" dirty="0"/>
              <a:t>-space localization of donor electron we assert the following two things.</a:t>
            </a:r>
          </a:p>
        </p:txBody>
      </p:sp>
      <p:sp>
        <p:nvSpPr>
          <p:cNvPr id="5" name="Title 4">
            <a:extLst>
              <a:ext uri="{FF2B5EF4-FFF2-40B4-BE49-F238E27FC236}">
                <a16:creationId xmlns:a16="http://schemas.microsoft.com/office/drawing/2014/main" id="{46DCDF3E-6452-463A-A9D8-8D91326048D7}"/>
              </a:ext>
            </a:extLst>
          </p:cNvPr>
          <p:cNvSpPr>
            <a:spLocks noGrp="1"/>
          </p:cNvSpPr>
          <p:nvPr>
            <p:ph type="title"/>
          </p:nvPr>
        </p:nvSpPr>
        <p:spPr/>
        <p:txBody>
          <a:bodyPr/>
          <a:lstStyle/>
          <a:p>
            <a:r>
              <a:rPr lang="en-US" dirty="0"/>
              <a:t>Further elaboration of effective mass approximations</a:t>
            </a:r>
          </a:p>
        </p:txBody>
      </p:sp>
      <p:pic>
        <p:nvPicPr>
          <p:cNvPr id="30" name="Picture 29">
            <a:extLst>
              <a:ext uri="{FF2B5EF4-FFF2-40B4-BE49-F238E27FC236}">
                <a16:creationId xmlns:a16="http://schemas.microsoft.com/office/drawing/2014/main" id="{964C8B7A-15E1-4F66-918B-18ACEEBAFB93}"/>
              </a:ext>
            </a:extLst>
          </p:cNvPr>
          <p:cNvPicPr>
            <a:picLocks noChangeAspect="1"/>
          </p:cNvPicPr>
          <p:nvPr>
            <p:custDataLst>
              <p:tags r:id="rId1"/>
            </p:custDataLst>
          </p:nvPr>
        </p:nvPicPr>
        <p:blipFill>
          <a:blip r:embed="rId10"/>
          <a:stretch>
            <a:fillRect/>
          </a:stretch>
        </p:blipFill>
        <p:spPr>
          <a:xfrm>
            <a:off x="960600" y="5018100"/>
            <a:ext cx="5531422" cy="643047"/>
          </a:xfrm>
          <a:prstGeom prst="rect">
            <a:avLst/>
          </a:prstGeom>
        </p:spPr>
      </p:pic>
      <p:pic>
        <p:nvPicPr>
          <p:cNvPr id="12" name="Picture 11">
            <a:extLst>
              <a:ext uri="{FF2B5EF4-FFF2-40B4-BE49-F238E27FC236}">
                <a16:creationId xmlns:a16="http://schemas.microsoft.com/office/drawing/2014/main" id="{48B5EF85-CD88-4D1D-ADA9-5A475C4FEEFC}"/>
              </a:ext>
            </a:extLst>
          </p:cNvPr>
          <p:cNvPicPr>
            <a:picLocks noChangeAspect="1"/>
          </p:cNvPicPr>
          <p:nvPr>
            <p:custDataLst>
              <p:tags r:id="rId2"/>
            </p:custDataLst>
          </p:nvPr>
        </p:nvPicPr>
        <p:blipFill>
          <a:blip r:embed="rId11"/>
          <a:stretch>
            <a:fillRect/>
          </a:stretch>
        </p:blipFill>
        <p:spPr>
          <a:xfrm>
            <a:off x="2522699" y="4224617"/>
            <a:ext cx="1315048" cy="277333"/>
          </a:xfrm>
          <a:prstGeom prst="rect">
            <a:avLst/>
          </a:prstGeom>
        </p:spPr>
      </p:pic>
      <p:pic>
        <p:nvPicPr>
          <p:cNvPr id="18" name="Picture 17">
            <a:extLst>
              <a:ext uri="{FF2B5EF4-FFF2-40B4-BE49-F238E27FC236}">
                <a16:creationId xmlns:a16="http://schemas.microsoft.com/office/drawing/2014/main" id="{68D57AE8-BAF6-4C07-ACBE-AB3CAC84FAA9}"/>
              </a:ext>
            </a:extLst>
          </p:cNvPr>
          <p:cNvPicPr>
            <a:picLocks noChangeAspect="1"/>
          </p:cNvPicPr>
          <p:nvPr>
            <p:custDataLst>
              <p:tags r:id="rId3"/>
            </p:custDataLst>
          </p:nvPr>
        </p:nvPicPr>
        <p:blipFill>
          <a:blip r:embed="rId12"/>
          <a:stretch>
            <a:fillRect/>
          </a:stretch>
        </p:blipFill>
        <p:spPr>
          <a:xfrm>
            <a:off x="3651931" y="2694379"/>
            <a:ext cx="4742096" cy="731429"/>
          </a:xfrm>
          <a:prstGeom prst="rect">
            <a:avLst/>
          </a:prstGeom>
        </p:spPr>
      </p:pic>
      <p:pic>
        <p:nvPicPr>
          <p:cNvPr id="27" name="Picture 26">
            <a:extLst>
              <a:ext uri="{FF2B5EF4-FFF2-40B4-BE49-F238E27FC236}">
                <a16:creationId xmlns:a16="http://schemas.microsoft.com/office/drawing/2014/main" id="{502F8C51-C39D-4E64-9616-EB4C65B7B9CE}"/>
              </a:ext>
            </a:extLst>
          </p:cNvPr>
          <p:cNvPicPr>
            <a:picLocks noChangeAspect="1"/>
          </p:cNvPicPr>
          <p:nvPr>
            <p:custDataLst>
              <p:tags r:id="rId4"/>
            </p:custDataLst>
          </p:nvPr>
        </p:nvPicPr>
        <p:blipFill>
          <a:blip r:embed="rId13"/>
          <a:stretch>
            <a:fillRect/>
          </a:stretch>
        </p:blipFill>
        <p:spPr>
          <a:xfrm>
            <a:off x="7965573" y="4224617"/>
            <a:ext cx="2704759" cy="370286"/>
          </a:xfrm>
          <a:prstGeom prst="rect">
            <a:avLst/>
          </a:prstGeom>
        </p:spPr>
      </p:pic>
      <p:pic>
        <p:nvPicPr>
          <p:cNvPr id="3" name="Picture 2">
            <a:extLst>
              <a:ext uri="{FF2B5EF4-FFF2-40B4-BE49-F238E27FC236}">
                <a16:creationId xmlns:a16="http://schemas.microsoft.com/office/drawing/2014/main" id="{259591FA-4C58-4ABC-80E3-B705770239CE}"/>
              </a:ext>
            </a:extLst>
          </p:cNvPr>
          <p:cNvPicPr>
            <a:picLocks noChangeAspect="1"/>
          </p:cNvPicPr>
          <p:nvPr>
            <p:custDataLst>
              <p:tags r:id="rId5"/>
            </p:custDataLst>
          </p:nvPr>
        </p:nvPicPr>
        <p:blipFill>
          <a:blip r:embed="rId14"/>
          <a:stretch>
            <a:fillRect/>
          </a:stretch>
        </p:blipFill>
        <p:spPr>
          <a:xfrm>
            <a:off x="3717334" y="1941523"/>
            <a:ext cx="5008763" cy="641524"/>
          </a:xfrm>
          <a:prstGeom prst="rect">
            <a:avLst/>
          </a:prstGeom>
        </p:spPr>
      </p:pic>
      <p:pic>
        <p:nvPicPr>
          <p:cNvPr id="33" name="Picture 32">
            <a:extLst>
              <a:ext uri="{FF2B5EF4-FFF2-40B4-BE49-F238E27FC236}">
                <a16:creationId xmlns:a16="http://schemas.microsoft.com/office/drawing/2014/main" id="{F80ECBF5-F63B-4A2F-B2D8-667071B1D5BF}"/>
              </a:ext>
            </a:extLst>
          </p:cNvPr>
          <p:cNvPicPr>
            <a:picLocks noChangeAspect="1"/>
          </p:cNvPicPr>
          <p:nvPr>
            <p:custDataLst>
              <p:tags r:id="rId6"/>
            </p:custDataLst>
          </p:nvPr>
        </p:nvPicPr>
        <p:blipFill>
          <a:blip r:embed="rId15"/>
          <a:stretch>
            <a:fillRect/>
          </a:stretch>
        </p:blipFill>
        <p:spPr>
          <a:xfrm>
            <a:off x="6955834" y="5018099"/>
            <a:ext cx="2208001" cy="370286"/>
          </a:xfrm>
          <a:prstGeom prst="rect">
            <a:avLst/>
          </a:prstGeom>
        </p:spPr>
      </p:pic>
      <p:pic>
        <p:nvPicPr>
          <p:cNvPr id="36" name="Picture 35">
            <a:extLst>
              <a:ext uri="{FF2B5EF4-FFF2-40B4-BE49-F238E27FC236}">
                <a16:creationId xmlns:a16="http://schemas.microsoft.com/office/drawing/2014/main" id="{615AFCD9-5C46-4F17-9AD7-3AF8919FD20D}"/>
              </a:ext>
            </a:extLst>
          </p:cNvPr>
          <p:cNvPicPr>
            <a:picLocks noChangeAspect="1"/>
          </p:cNvPicPr>
          <p:nvPr>
            <p:custDataLst>
              <p:tags r:id="rId7"/>
            </p:custDataLst>
          </p:nvPr>
        </p:nvPicPr>
        <p:blipFill>
          <a:blip r:embed="rId16"/>
          <a:stretch>
            <a:fillRect/>
          </a:stretch>
        </p:blipFill>
        <p:spPr>
          <a:xfrm>
            <a:off x="7041559" y="5741998"/>
            <a:ext cx="2905907" cy="673524"/>
          </a:xfrm>
          <a:prstGeom prst="rect">
            <a:avLst/>
          </a:prstGeom>
        </p:spPr>
      </p:pic>
    </p:spTree>
    <p:extLst>
      <p:ext uri="{BB962C8B-B14F-4D97-AF65-F5344CB8AC3E}">
        <p14:creationId xmlns:p14="http://schemas.microsoft.com/office/powerpoint/2010/main" val="26641966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2179.978"/>
  <p:tag name="ORIGINALWIDTH" val="4291.713"/>
  <p:tag name="LATEXADDIN" val="\documentclass{article}&#10;\usepackage{amsmath,bm,braket}&#10;\pagestyle{empty}&#10;\begin{document}&#10;We start by considering a mean field equilibrium effective Hamiltonian for the infinite silicon bulk without defects and time dependence. Let's call this bulk Hamiltonian $\mathcal{H}_{0}$. We don't pressuppose any further detail about the Hamiltonian except to assert that, as a crystal potential, the potential is periodic. The eigenstates of a periodic Hamiltonian are Bloch states, indexed by continuous wavevector $\bm{k}$ within the first Brillouin zone and discrete band index $n$. To wit,&#10;\begin{equation}&#10;\mathcal{H}_{0}\ket{n\bm{k}} = E_{n\bm{k}}\ket{n\bm{k}}.&#10;\end{equation}&#10;&#10;An important feature of our Hamiltonian is that the eigenvalues $E_{n\bm{k}}$ are unbounded. Because of this, the set of eigenstates $\ket{n\bm{k}}$ is complete, and so any arbitrary state may be expressed as a superposition of Bloch states. Expressed explicitly, we have&#10;\begin{equation}&#10;\ket{\Psi} = \sum_{n} \int \mathrm{d}\bm{k}\, A_{n\bm{k}}\ket{n\bm{k}}.&#10;\end{equation}&#10;&#10;&#10;&#10;\end{document}"/>
  <p:tag name="IGUANATEXSIZE" val="20"/>
  <p:tag name="IGUANATEXCURSOR" val="1023"/>
  <p:tag name="TRANSPARENCY" val="True"/>
  <p:tag name="FILENAME" val=""/>
  <p:tag name="LATEXENGINEID" val="0"/>
  <p:tag name="TEMPFOLDER" val="c:\temp\"/>
  <p:tag name="LATEXFORMHEIGHT" val="669.75"/>
  <p:tag name="LATEXFORMWIDTH" val="586.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857.518"/>
  <p:tag name="ORIGINALWIDTH" val="4290.964"/>
  <p:tag name="LATEXADDIN" val="\documentclass{article}&#10;\usepackage{amsmath,bm,braket}&#10;\pagestyle{empty}&#10;\begin{document}&#10;We introduce the defect term of our Hamiltonian, labelled here as $\mathcal{V}$. We don't make any assumptions about the nature of $\mathcal{V}$, except to state that any deviation from the ideal crystal bulk must be effectively expressed in the defect term. Deviations from the ideal bulk change the eigenstate and energy, so we can express our problem as&#10;\begin{equation}&#10;\left(\mathcal{H}_{0} + \mathcal{V}\right)\ket{\Psi} = \mathcal{E}\ket{\Psi}.&#10;\end{equation}&#10;Recall that we can express our new eigenstate $\ket{\Psi}$ as a superposition of Bloch states, as articulated previously. &#10;&#10;\begin{equation}&#10;\ket{\Psi} = \sum_{n} \int_{BZ} \mathrm{d}\bm{k}\, A_{n}\bm{k}\ket{n\bm{k}}.&#10;\end{equation}&#10;&#10;&#10;&#10;\end{document}"/>
  <p:tag name="IGUANATEXSIZE" val="20"/>
  <p:tag name="IGUANATEXCURSOR" val="760"/>
  <p:tag name="TRANSPARENCY" val="True"/>
  <p:tag name="FILENAME" val=""/>
  <p:tag name="LATEXENGINEID" val="0"/>
  <p:tag name="TEMPFOLDER" val="c:\temp\"/>
  <p:tag name="LATEXFORMHEIGHT" val="669.75"/>
  <p:tag name="LATEXFORMWIDTH" val="586.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454.818"/>
  <p:tag name="ORIGINALWIDTH" val="4897.638"/>
  <p:tag name="LATEXADDIN" val="\documentclass{article}&#10;\usepackage{amsmath,bm,braket}&#10;\pagestyle{empty}&#10;\begin{document}&#10;\begin{align*}&#10;\left(\mathcal{H}_{0} + V\right)\ket{\Psi} &amp;= E\ket{\Psi} \\&#10;\bra{n\bm{k}}\left(\mathcal{H}_{0} + V\right)\ket{\Psi} &#10;&amp;= E\braket{n\bm{k}|\Psi} \\&#10;\sum_{n^{\prime}} \int_{BZ} \mathrm{d}\bm{k}^{\prime}\, A_{n^{\prime}\bm{k}^{\prime}}\bra{n\bm{k}}\left(\mathcal{H}_{0} + V\right)\ket{n^{\prime}\bm{k}^{\prime}} &#10;&amp;= E\sum_{n^{\prime}} \int_{BZ} \mathrm{d}\bm{k}^{\prime}\, A_{n^{\prime}\bm{k}^{\prime}}\braket{n\bm{k}|n^{\prime}\bm{k}^{\prime}} \\&#10;\sum_{n^{\prime}} \int_{BZ} \mathrm{d}\bm{k}^{\prime}\, A_{n^{\prime}\bm{k}^{\prime}}&#10;\left(E_{n\bm{k}}\delta_{n,n^{\prime}}\delta\left(\bm{k}-\bm{k}^{\prime}\right) + \Braket{n\bm{k}|V|n^{\prime}\bm{k}^{\prime}}\right)&#10;&amp;= E\sum_{n^{\prime}} \int_{BZ} \mathrm{d}\bm{k}^{\prime}\, A_{n^{\prime}\bm{k}^{\prime}}\delta_{n,n^{\prime}}\delta\left(\bm{k}-\bm{k}^{\prime}\right) \\&#10;E_{n\bm{k}}A_{n\bm{k}}+ \sum_{n^{\prime}} \int_{BZ} \mathrm{d}\bm{k}^{\prime}\, A_{n^{\prime}\bm{k}^{\prime}}\Braket{n\bm{k}|V|n^{\prime}\bm{k}^{\prime}}&#10;&amp;= E A_{\bm{k}n} \\&#10;\end{align*}&#10;&#10;\end{document}"/>
  <p:tag name="IGUANATEXSIZE" val="20"/>
  <p:tag name="IGUANATEXCURSOR" val="1095"/>
  <p:tag name="TRANSPARENCY" val="True"/>
  <p:tag name="FILENAME" val=""/>
  <p:tag name="LATEXENGINEID" val="0"/>
  <p:tag name="TEMPFOLDER" val="c:\temp\"/>
  <p:tag name="LATEXFORMHEIGHT" val="669.75"/>
  <p:tag name="LATEXFORMWIDTH" val="1337.2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559.4301"/>
  <p:tag name="ORIGINALWIDTH" val="4291.713"/>
  <p:tag name="LATEXADDIN" val="\documentclass{article}&#10;\usepackage{amsmath,bm}&#10;\pagestyle{empty}&#10;\begin{document}&#10;&#10;There's not much explanatory content here, just some formal mathematical computations. It can be always nice to see the intermediate steps, especially when you're starting out. Here, I convert the bra-ket general state notation to a wavefunction notation, with $A_{n\bm{k}}$ as the wavefunction of $\bm{k}$-space and index $n$.&#10;&#10;&#10;&#10;\end{document}"/>
  <p:tag name="IGUANATEXSIZE" val="18"/>
  <p:tag name="IGUANATEXCURSOR" val="356"/>
  <p:tag name="TRANSPARENCY" val="True"/>
  <p:tag name="FILENAME" val=""/>
  <p:tag name="LATEXENGINEID" val="0"/>
  <p:tag name="TEMPFOLDER" val="c:\temp\"/>
  <p:tag name="LATEXFORMHEIGHT" val="312"/>
  <p:tag name="LATEXFORMWIDTH" val="832.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718.4102"/>
  <p:tag name="ORIGINALWIDTH" val="4284.214"/>
  <p:tag name="LATEXADDIN" val="\documentclass{article}&#10;\usepackage{amsmath,bm,braket}&#10;\pagestyle{empty}&#10;\begin{document}&#10;&#10;So now we have a Schr\&quot;{o}dinger equation of sorts for our wavefunction $A_{n\bm{k}}$, which can be found by solving the following linear system,&#10;\begin{equation}&#10;\left(E_{n\bm{k}}-E\right)A_{n\bm{k}} + \sum_{n^{\prime}} \int_{BZ} \mathrm{d}\bm{k}^{\prime}\, A_{n^{\prime}\bm{k}^{\prime}}\Braket{n\bm{k}|V|n^{\prime}\bm{k}^{\prime}} = 0. \\&#10;\end{equation}&#10;&#10;\end{document}"/>
  <p:tag name="IGUANATEXSIZE" val="18"/>
  <p:tag name="IGUANATEXCURSOR" val="175"/>
  <p:tag name="TRANSPARENCY" val="True"/>
  <p:tag name="FILENAME" val=""/>
  <p:tag name="LATEXENGINEID" val="0"/>
  <p:tag name="TEMPFOLDER" val="c:\temp\"/>
  <p:tag name="LATEXFORMHEIGHT" val="603.75"/>
  <p:tag name="LATEXFORMWIDTH" val="1385.2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858.6427"/>
  <p:tag name="ORIGINALWIDTH" val="4299.212"/>
  <p:tag name="LATEXADDIN" val="\documentclass{article}&#10;\usepackage{amsmath,bm,braket}&#10;\pagestyle{empty}&#10;\begin{document}&#10;Something to keep in mind regarding this equation is that, given the assumption that the many-body dynamics can be reduced to a mean-field approximation, this equation is exact. As we can, in principle, solve for $A_{n\bm{k}}$ given any value of $n$ and $\bm{k}$, we have lost no details regarding $\ket{\Psi}$. That's the power of complete basis sets. The goal, in general in quantum mechanics, is to find a basis set that is both complete and useful.&#10;&#10;\end{document}"/>
  <p:tag name="IGUANATEXSIZE" val="18"/>
  <p:tag name="IGUANATEXCURSOR" val="484"/>
  <p:tag name="TRANSPARENCY" val="True"/>
  <p:tag name="FILENAME" val=""/>
  <p:tag name="LATEXENGINEID" val="0"/>
  <p:tag name="TEMPFOLDER" val="c:\temp\"/>
  <p:tag name="LATEXFORMHEIGHT" val="603.75"/>
  <p:tag name="LATEXFORMWIDTH" val="1385.2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52.2309"/>
  <p:tag name="LATEXADDIN" val="\documentclass{article}&#10;\usepackage{amsmath,braket,bm}&#10;\pagestyle{empty}&#10;\begin{document}&#10;&#10;\begin{equation*}&#10;\ket{\Psi}&#10;\end{equation*}&#10;&#10;\end{document}"/>
  <p:tag name="IGUANATEXSIZE" val="18"/>
  <p:tag name="IGUANATEXCURSOR" val="118"/>
  <p:tag name="TRANSPARENCY" val="True"/>
  <p:tag name="FILENAME" val=""/>
  <p:tag name="LATEXENGINEID" val="0"/>
  <p:tag name="TEMPFOLDER" val="c:\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45.9692"/>
  <p:tag name="LATEXADDIN" val="\documentclass{article}&#10;\usepackage{amsmath,braket,bm}&#10;\pagestyle{empty}&#10;\begin{document}&#10;&#10;\begin{equation*}&#10;\mathcal{E}\left[\Psi\right]&#10;\end{equation*}&#10;&#10;\end{document}"/>
  <p:tag name="IGUANATEXSIZE" val="18"/>
  <p:tag name="IGUANATEXCURSOR" val="120"/>
  <p:tag name="TRANSPARENCY" val="True"/>
  <p:tag name="FILENAME" val=""/>
  <p:tag name="LATEXENGINEID" val="0"/>
  <p:tag name="TEMPFOLDER" val="c:\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42.9696"/>
  <p:tag name="LATEXADDIN" val="\documentclass{article}&#10;\usepackage{amsmath,braket,bm}&#10;\pagestyle{empty}&#10;\begin{document}&#10;&#10;\begin{equation*}&#10;\sigma\left[\Psi\right]&#10;\end{equation*}&#10;&#10;\end{document}"/>
  <p:tag name="IGUANATEXSIZE" val="20"/>
  <p:tag name="IGUANATEXCURSOR" val="132"/>
  <p:tag name="TRANSPARENCY" val="True"/>
  <p:tag name="FILENAME" val=""/>
  <p:tag name="LATEXENGINEID" val="0"/>
  <p:tag name="TEMPFOLDER" val="c:\temp\"/>
  <p:tag name="LATEXFORMHEIGHT" val="312"/>
  <p:tag name="LATEXFORMWIDTH" val="8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52.2309"/>
  <p:tag name="LATEXADDIN" val="\documentclass{article}&#10;\usepackage{amsmath,braket,bm}&#10;\pagestyle{empty}&#10;\begin{document}&#10;&#10;\begin{equation*}&#10;\ket{\Psi}&#10;\end{equation*}&#10;&#10;\end{document}"/>
  <p:tag name="IGUANATEXSIZE" val="18"/>
  <p:tag name="IGUANATEXCURSOR" val="118"/>
  <p:tag name="TRANSPARENCY" val="True"/>
  <p:tag name="FILENAME" val=""/>
  <p:tag name="LATEXENGINEID" val="0"/>
  <p:tag name="TEMPFOLDER" val="c:\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04.9868"/>
  <p:tag name="ORIGINALWIDTH" val="393.7008"/>
  <p:tag name="LATEXADDIN" val="\documentclass{article}&#10;\usepackage{amsmath,braket,bm}&#10;\pagestyle{empty}&#10;\begin{document}&#10;&#10;\begin{equation*}&#10;\mathcal{H}_0+\mathcal{V}&#10;\end{equation*}&#10;&#10;\end{document}"/>
  <p:tag name="IGUANATEXSIZE" val="18"/>
  <p:tag name="IGUANATEXCURSOR" val="134"/>
  <p:tag name="TRANSPARENCY" val="True"/>
  <p:tag name="FILENAME" val=""/>
  <p:tag name="LATEXENGINEID" val="0"/>
  <p:tag name="TEMPFOLDER" val="c:\temp\"/>
  <p:tag name="LATEXFORMHEIGHT" val="312"/>
  <p:tag name="LATEXFORMWIDTH" val="384"/>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81.4398"/>
  <p:tag name="LATEXADDIN" val="\documentclass{article}&#10;\usepackage{amsmath,braket,bm}&#10;\pagestyle{empty}&#10;\begin{document}&#10;&#10;\begin{equation*}&#10;\sigma\left[\Psi\right] = 0&#10;\end{equation*}&#10;&#10;\end{document}"/>
  <p:tag name="IGUANATEXSIZE" val="18"/>
  <p:tag name="IGUANATEXCURSOR" val="133"/>
  <p:tag name="TRANSPARENCY" val="True"/>
  <p:tag name="FILENAME" val=""/>
  <p:tag name="LATEXENGINEID" val="0"/>
  <p:tag name="TEMPFOLDER" val="c:\temp\"/>
  <p:tag name="LATEXFORMHEIGHT" val="312"/>
  <p:tag name="LATEXFORMWIDTH" val="8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294.7131"/>
  <p:tag name="ORIGINALWIDTH" val="1204.349"/>
  <p:tag name="LATEXADDIN" val="\documentclass{article}&#10;\usepackage{amsmath,braket,bm}&#10;\pagestyle{empty}&#10;\begin{document}&#10;&#10;\begin{equation*}&#10;\mathcal{E}\left[\Psi\right]&#10;=&#10;\frac&#10;{\braket{\Psi|\mathcal{H}_0+\mathcal{U}|\Psi}}&#10;{\braket{\Psi|\Psi}}&#10;\end{equation*}&#10;&#10;\end{document}"/>
  <p:tag name="IGUANATEXSIZE" val="20"/>
  <p:tag name="IGUANATEXCURSOR" val="184"/>
  <p:tag name="TRANSPARENCY" val="True"/>
  <p:tag name="FILENAME" val=""/>
  <p:tag name="LATEXENGINEID" val="0"/>
  <p:tag name="TEMPFOLDER" val="c:\temp\"/>
  <p:tag name="LATEXFORMHEIGHT" val="312"/>
  <p:tag name="LATEXFORMWIDTH" val="384"/>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2007.499"/>
  <p:tag name="LATEXADDIN" val="\documentclass{article}&#10;\usepackage{amsmath,braket,bm}&#10;\pagestyle{empty}&#10;\begin{document}&#10;&#10;\begin{equation*}&#10;\sigma\left[\Psi\right]&#10;=&#10;\sqrt{&#10;\frac&#10;{\braket{\Psi|\left(\mathcal{H}_0+\mathcal{U}\right)^{2}|\Psi}}&#10;{\braket{\Psi|\Psi}}&#10;-\mathcal{E}\left[\Psi\right]^{2}&#10;}&#10;\end{equation*}&#10;&#10;\end{document}"/>
  <p:tag name="IGUANATEXSIZE" val="20"/>
  <p:tag name="IGUANATEXCURSOR" val="192"/>
  <p:tag name="TRANSPARENCY" val="True"/>
  <p:tag name="FILENAME" val=""/>
  <p:tag name="LATEXENGINEID" val="0"/>
  <p:tag name="TEMPFOLDER" val="c:\temp\"/>
  <p:tag name="LATEXFORMHEIGHT" val="312"/>
  <p:tag name="LATEXFORMWIDTH" val="8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93.73827"/>
  <p:tag name="ORIGINALWIDTH" val="1726.284"/>
  <p:tag name="LATEXADDIN" val="\documentclass{article}&#10;\usepackage{amsmath,braket,bm}&#10;\pagestyle{empty}&#10;\begin{document}&#10;&#10;We find $\bm{c}$ such that $\bm{\mathcal{H}}\bm{c} = \lambda\bm{\mathcal{S}}\bm{c}$.&#10;&#10;\end{document}"/>
  <p:tag name="IGUANATEXSIZE" val="18"/>
  <p:tag name="IGUANATEXCURSOR" val="175"/>
  <p:tag name="TRANSPARENCY" val="True"/>
  <p:tag name="FILENAME" val=""/>
  <p:tag name="LATEXENGINEID" val="0"/>
  <p:tag name="TEMPFOLDER" val="c:\temp\"/>
  <p:tag name="LATEXFORMHEIGHT" val="552.75"/>
  <p:tag name="LATEXFORMWIDTH" val="1297.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494.188"/>
  <p:tag name="LATEXADDIN" val="\documentclass{article}&#10;&#10;\usepackage[a0paper]{geometry}&#10;&#10;\usepackage{amsmath,braket,bm}&#10;\pagestyle{empty}&#10;\begin{document}&#10;&#10;If so, $\mathcal{E}\left[\left\{\ket{j}\right\}\right]\left(\bm{c}\right) = \lambda$ and $\mathcal{E}\left[\left\{\ket{j}\right\}\right]\left(\bm{c}\right)$ is minimized with respect to variations in $\bm{c}$.&#10;&#10;\end{document}"/>
  <p:tag name="IGUANATEXSIZE" val="18"/>
  <p:tag name="IGUANATEXCURSOR" val="279"/>
  <p:tag name="TRANSPARENCY" val="True"/>
  <p:tag name="FILENAME" val=""/>
  <p:tag name="LATEXENGINEID" val="0"/>
  <p:tag name="TEMPFOLDER" val="c:\temp\"/>
  <p:tag name="LATEXFORMHEIGHT" val="552.75"/>
  <p:tag name="LATEXFORMWIDTH" val="1297.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31.9835"/>
  <p:tag name="ORIGINALWIDTH" val="3039.37"/>
  <p:tag name="LATEXADDIN" val="\documentclass{article}&#10;&#10;\usepackage[a0paper]{geometry}&#10;&#10;\usepackage{amsmath,braket,bm}&#10;\pagestyle{empty}&#10;\begin{document}&#10;&#10;Without loss of generality, we can assert that $\bm{c}^{\dag}\bm{\mathcal{S}}\bm{c} = 1$.&#10;&#10;\end{document}"/>
  <p:tag name="IGUANATEXSIZE" val="18"/>
  <p:tag name="IGUANATEXCURSOR" val="212"/>
  <p:tag name="TRANSPARENCY" val="True"/>
  <p:tag name="FILENAME" val=""/>
  <p:tag name="LATEXENGINEID" val="0"/>
  <p:tag name="TEMPFOLDER" val="c:\temp\"/>
  <p:tag name="LATEXFORMHEIGHT" val="552.75"/>
  <p:tag name="LATEXFORMWIDTH" val="1297.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589.426"/>
  <p:tag name="LATEXADDIN" val="\documentclass{article}&#10;&#10;\usepackage[a0paper]{geometry}&#10;&#10;\usepackage{amsmath,braket,bm}&#10;\pagestyle{empty}&#10;\begin{document}&#10;&#10;We can further vary the basis set $\left\{\ket{j}\right\}$ to further lower $\mathcal{E}\left[\left\{\ket{j}\right\}\right]\left(\bm{c}\right)$ and $\sigma\left[\left\{\ket{j}\right\}\right]\left(\bm{c}\right)$.&#10;&#10;\end{document}"/>
  <p:tag name="IGUANATEXSIZE" val="18"/>
  <p:tag name="IGUANATEXCURSOR" val="333"/>
  <p:tag name="TRANSPARENCY" val="True"/>
  <p:tag name="FILENAME" val=""/>
  <p:tag name="LATEXENGINEID" val="0"/>
  <p:tag name="TEMPFOLDER" val="c:\temp\"/>
  <p:tag name="LATEXFORMHEIGHT" val="552.75"/>
  <p:tag name="LATEXFORMWIDTH" val="1424.2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SELECTIONNAME" val="Group 39"/>
  <p:tag name="LAYER" val="2"/>
</p:tagLst>
</file>

<file path=ppt/tags/tag20.xml><?xml version="1.0" encoding="utf-8"?>
<p:tagLst xmlns:a="http://schemas.openxmlformats.org/drawingml/2006/main" xmlns:r="http://schemas.openxmlformats.org/officeDocument/2006/relationships" xmlns:p="http://schemas.openxmlformats.org/presentationml/2006/main">
  <p:tag name="SELECTIONNAME" val="Group 12"/>
  <p:tag name="LAYER" val="2"/>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155.9805"/>
  <p:tag name="ORIGINALWIDTH" val="1214.098"/>
  <p:tag name="LATEXADDIN" val="\documentclass{article}&#10;\usepackage{amsmath,braket,bm}&#10;\pagestyle{empty}&#10;\begin{document}&#10;&#10;\begin{equation*}&#10;\left(\bm{\mathcal{H}}\right)_{j^{\prime}j}&#10;=&#10;\braket{j^{\prime}|\mathcal{H}_{0}+\mathcal{U}|j}&#10;\end{equation*}&#10;&#10;\end{document}"/>
  <p:tag name="IGUANATEXSIZE" val="20"/>
  <p:tag name="IGUANATEXCURSOR" val="200"/>
  <p:tag name="TRANSPARENCY" val="True"/>
  <p:tag name="FILENAME" val=""/>
  <p:tag name="LATEXENGINEID" val="0"/>
  <p:tag name="TEMPFOLDER" val="c:\temp\"/>
  <p:tag name="LATEXFORMHEIGHT" val="552.75"/>
  <p:tag name="LATEXFORMWIDTH" val="1297.5"/>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55.9805"/>
  <p:tag name="ORIGINALWIDTH" val="748.4064"/>
  <p:tag name="LATEXADDIN" val="\documentclass{article}&#10;\usepackage{amsmath,braket,bm}&#10;\pagestyle{empty}&#10;\begin{document}&#10;&#10;\begin{equation*}&#10;\left(\bm{\mathcal{S}}\right)_{j^{\prime}j}&#10;=&#10;\braket{j^{\prime}|j}&#10;\end{equation*}&#10;&#10;\end{document}"/>
  <p:tag name="IGUANATEXSIZE" val="20"/>
  <p:tag name="IGUANATEXCURSOR" val="163"/>
  <p:tag name="TRANSPARENCY" val="True"/>
  <p:tag name="FILENAME" val=""/>
  <p:tag name="LATEXENGINEID" val="0"/>
  <p:tag name="TEMPFOLDER" val="c:\temp\"/>
  <p:tag name="LATEXFORMHEIGHT" val="552.75"/>
  <p:tag name="LATEXFORMWIDTH" val="1297.5"/>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248.219"/>
  <p:tag name="ORIGINALWIDTH" val="1583.802"/>
  <p:tag name="LATEXADDIN" val="\documentclass{article}&#10;\usepackage{amsmath,braket,bm}&#10;\pagestyle{empty}&#10;\begin{document}&#10;&#10;\begin{equation*}&#10;\left(\bm{\mathcal{H}}^{(2)}\right)_{j^{\prime}j}&#10;=&#10;\braket{j^{\prime}|\left(\mathcal{H}_{0}+\mathcal{U}\right)^{2}|j}&#10;\end{equation*}&#10;&#10;\end{document}"/>
  <p:tag name="IGUANATEXSIZE" val="20"/>
  <p:tag name="IGUANATEXCURSOR" val="212"/>
  <p:tag name="TRANSPARENCY" val="True"/>
  <p:tag name="FILENAME" val=""/>
  <p:tag name="LATEXENGINEID" val="0"/>
  <p:tag name="TEMPFOLDER" val="c:\temp\"/>
  <p:tag name="LATEXFORMHEIGHT" val="552.75"/>
  <p:tag name="LATEXFORMWIDTH" val="1297.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337.4578"/>
  <p:tag name="ORIGINALWIDTH" val="2560.18"/>
  <p:tag name="LATEXADDIN" val="\documentclass{article}&#10;\usepackage{amsmath,braket,bm}&#10;\pagestyle{empty}&#10;\begin{document}&#10;&#10;\begin{equation*}&#10;\mathcal{E}\left[\left\{\ket{j}\right\}\right]\left(\bm{c}\right)&#10;=&#10;\frac&#10;{\sum_{j^{\prime}j}c_{j^{\prime}}^{*}c_{j}\braket{j^{\prime}|\mathcal{H}_0+\mathcal{V}|j}}&#10;{\sum_{j^{\prime}j}c_{j^{\prime}}^{*}c_{j}\braket{j^{\prime}|j}}&#10;=&#10;\frac&#10;{\bm{c}^{\dag}\bm{\mathcal{H}}\bm{c}}&#10;{\bm{c}^{\dag}\bm{\mathcal{S}}\bm{c}}&#10;\end{equation*}&#10;&#10;\end{document}"/>
  <p:tag name="IGUANATEXSIZE" val="20"/>
  <p:tag name="IGUANATEXCURSOR" val="120"/>
  <p:tag name="TRANSPARENCY" val="True"/>
  <p:tag name="FILENAME" val=""/>
  <p:tag name="LATEXENGINEID" val="0"/>
  <p:tag name="TEMPFOLDER" val="c:\temp\"/>
  <p:tag name="LATEXFORMHEIGHT" val="552.75"/>
  <p:tag name="LATEXFORMWIDTH" val="1297.5"/>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2187.477"/>
  <p:tag name="LATEXADDIN" val="\documentclass{article}&#10;\usepackage{amsmath,braket,bm}&#10;\pagestyle{empty}&#10;\begin{document}&#10;&#10;\begin{equation*}&#10;\sigma\left[\left\{\ket{j}\right\}\right]\left(\bm{c}\right)&#10;=&#10;\sqrt{&#10;\frac&#10;{\bm{c}^{\dag}\bm{\mathcal{H}}^{(2)}\bm{c}}&#10;{\bm{c}^{\dag}\bm{\mathcal{S}}\bm{c}}&#10;-\mathcal{E}\left[\left\{\ket{j}\right\}\right]\left(\bm{c}\right)^{2}&#10;}&#10;\end{equation*}&#10;&#10;\end{document}"/>
  <p:tag name="IGUANATEXSIZE" val="20"/>
  <p:tag name="IGUANATEXCURSOR" val="333"/>
  <p:tag name="TRANSPARENCY" val="True"/>
  <p:tag name="FILENAME" val=""/>
  <p:tag name="LATEXENGINEID" val="0"/>
  <p:tag name="TEMPFOLDER" val="c:\temp\"/>
  <p:tag name="LATEXFORMHEIGHT" val="312"/>
  <p:tag name="LATEXFORMWIDTH" val="885"/>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283.4646"/>
  <p:tag name="ORIGINALWIDTH" val="787.4016"/>
  <p:tag name="LATEXADDIN" val="\documentclass{article}&#10;\usepackage{amsmath,braket,bm}&#10;\pagestyle{empty}&#10;\begin{document}&#10;&#10;\begin{equation*}&#10;\ket{\Psi}&#10;=&#10;\sum_{j} c_{j}\ket{j}&#10;\end{equation*}&#10;&#10;\end{document}"/>
  <p:tag name="IGUANATEXSIZE" val="20"/>
  <p:tag name="IGUANATEXCURSOR" val="143"/>
  <p:tag name="TRANSPARENCY" val="True"/>
  <p:tag name="FILENAME" val=""/>
  <p:tag name="LATEXENGINEID" val="0"/>
  <p:tag name="TEMPFOLDER" val="c:\temp\"/>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663.292"/>
  <p:tag name="ORIGINALWIDTH" val="4158.98"/>
  <p:tag name="LATEXADDIN" val="\documentclass{article}&#10;\usepackage{amsmath,bm,braket}&#10;\pagestyle{empty}&#10;\begin{document}&#10;\begin{align*}&#10;\ket{j}                                &amp;= \sum_{n} \int_{\text{BZ}} \mathrm{d}\bm{k}\, A_{jn\bm{k}}\ket{n\bm{k}} \\&#10;\left(\mathcal{H}\right)_{j^{\prime}j} &amp;=  \braket{j^{\prime}|\mathcal{H}_{0} + \mathcal{U}|j} \\&#10;                                       &amp;=  \sum_{n^{\prime}n} \iint_{\text{BZ}} \mathrm{d}\bm{k}^{\prime}\mathrm{d}\bm{k}\,&#10;                                           A_{j^{\prime}n^{\prime}\bm{k}^{\prime}}^{*}A_{jn\bm{k}}&#10;                                           \braket{ n^{\prime}\bm{k}^{\prime} | \mathcal{H}_{0} + \mathcal{U} | n\bm{k} } \\&#10;                                       &amp;=  \sum_{n^{\prime}n} \iint_{\text{BZ}} \mathrm{d}\bm{k}^{\prime}\mathrm{d}\bm{k}\,&#10;                                           A_{j^{\prime}n^{\prime}\bm{k}^{\prime}}^{*}A_{jn\bm{k}}&#10;                                           \left( E_{n\bm{k}}\delta_{nn^{\prime}}\delta\left(\bm{k}-\bm{k}^{\prime}\right) +&#10;                                           \braket{ n^{\prime}\bm{k}^{\prime} | \mathcal{U} | n\bm{k} } \right)\\&#10;                                       &amp;=  \sum_{n} \int_{\text{BZ}} \mathrm{d}\bm{k}\,&#10;                                           A_{j^{\prime}n\bm{k}}^{*}A_{jn\bm{k}}E_{n\bm{k}}&#10;                                           +&#10;                                           \sum_{n^{\prime}n} \iint_{\text{BZ}} \mathrm{d}\bm{k}^{\prime}\mathrm{d}\bm{k}\,&#10;                                           A_{j^{\prime}n^{\prime}\bm{k}^{\prime}}^{*}A_{jn\bm{k}}&#10;                                           \braket{ n^{\prime}\bm{k}^{\prime} | \mathcal{U} | n\bm{k} } \\&#10;\end{align*}&#10;&#10;\end{document}"/>
  <p:tag name="IGUANATEXSIZE" val="20"/>
  <p:tag name="IGUANATEXCURSOR" val="1606"/>
  <p:tag name="TRANSPARENCY" val="True"/>
  <p:tag name="FILENAME" val=""/>
  <p:tag name="LATEXENGINEID" val="0"/>
  <p:tag name="TEMPFOLDER" val="c:\temp\"/>
  <p:tag name="LATEXFORMHEIGHT" val="669.75"/>
  <p:tag name="LATEXFORMWIDTH" val="1614"/>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387.7015"/>
  <p:tag name="ORIGINALWIDTH" val="4288.714"/>
  <p:tag name="LATEXADDIN" val="\documentclass{article}&#10;\usepackage{amsmath,bm}&#10;\pagestyle{empty}&#10;\begin{document}&#10;&#10;There's not much explanatory content here, just some formal mathematical computations. Here, I try to find a formula for the $\left(\mathcal{H}\right)_{j^{\prime}j}$ matrix of the Ritz method.&#10;&#10;&#10;&#10;\end{document}"/>
  <p:tag name="IGUANATEXSIZE" val="18"/>
  <p:tag name="IGUANATEXCURSOR" val="234"/>
  <p:tag name="TRANSPARENCY" val="True"/>
  <p:tag name="FILENAME" val=""/>
  <p:tag name="LATEXENGINEID" val="0"/>
  <p:tag name="TEMPFOLDER" val="c:\temp\"/>
  <p:tag name="LATEXFORMHEIGHT" val="312"/>
  <p:tag name="LATEXFORMWIDTH" val="832.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404.1995"/>
  <p:tag name="ORIGINALWIDTH" val="4288.714"/>
  <p:tag name="LATEXADDIN" val="\documentclass{article}&#10;\usepackage{amsmath,bm}&#10;\pagestyle{empty}&#10;\begin{document}&#10;&#10;There's not much explanatory content here, just some formal mathematical computations. Here, I try to find a formula for the $\left(\mathcal{H}^{2}\right)_{j^{\prime}j}$ matrix of the Ritz method.&#10;&#10;&#10;&#10;\end{document}"/>
  <p:tag name="IGUANATEXSIZE" val="18"/>
  <p:tag name="IGUANATEXCURSOR" val="238"/>
  <p:tag name="TRANSPARENCY" val="True"/>
  <p:tag name="FILENAME" val=""/>
  <p:tag name="LATEXENGINEID" val="0"/>
  <p:tag name="TEMPFOLDER" val="c:\temp\"/>
  <p:tag name="LATEXFORMHEIGHT" val="312"/>
  <p:tag name="LATEXFORMWIDTH" val="832.5"/>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835.021"/>
  <p:tag name="ORIGINALWIDTH" val="4035.996"/>
  <p:tag name="LATEXADDIN" val="\documentclass{article}&#10;\usepackage{amsmath,bm,braket}&#10;\pagestyle{empty}&#10;\begin{document}&#10;\begin{align*}&#10;\braket{j^{\prime}|\mathcal{H}_{0}^{2}|j} &amp;=  \sum_{n^{\prime}n} \iint_{\text{BZ}} \mathrm{d}\bm{k}^{\prime}\mathrm{d}\bm{k}\,&#10;                                               A_{j^{\prime}n^{\prime}\bm{k}^{\prime}}^{*}A_{jn\bm{k}}E_{n^{\prime}\bm{k}^{\prime}}E_{n\bm{k}}\delta_{nn^{\prime}}\delta\left(\bm{k}-\bm{k}^{\prime}\right) \\&#10;                                          &amp;=  \sum_{n} \int_{\text{BZ}} \mathrm{d}\bm{k}\,&#10;                                               A_{j^{\prime}n\bm{k}}^{*}A_{jn\bm{k}}E_{n\bm{k}}^{2} \\&#10;\braket{j^{\prime}|\mathcal{U}^{2}|j}     &amp;=  \sum_{n^{\prime}n} \iint_{\text{BZ}} \mathrm{d}\bm{k}^{\prime}\mathrm{d}\bm{k}\,&#10;                                               A_{j^{\prime}n^{\prime}\bm{k}^{\prime}}^{*}A_{jn\bm{k}}\braket{n^{\prime}\bm{k}^{\prime}|\mathcal{U}^{2}|n\bm{k}} \\&#10;\braket{j^{\prime}|\mathcal{H}_{0}\mathcal{U} + \mathcal{U}\mathcal{H}_{0}|j} &amp;=  \sum_{n^{\prime}n} \iint_{\text{BZ}} \mathrm{d}\bm{k}^{\prime}\mathrm{d}\bm{k}\,&#10;                                                                                  A_{j^{\prime}n^{\prime}\bm{k}^{\prime}}^{*}A_{jn\bm{k}}&#10;                                                                                  \braket{ n^{\prime}\bm{k}^{\prime} | \mathcal{H}_{0}\mathcal{U} + \mathcal{U}\mathcal{H}_{0} | n\bm{k} } \\&#10;                                                                              &amp;=  \sum_{n^{\prime}n} \iint_{\text{BZ}} \mathrm{d}\bm{k}^{\prime}\mathrm{d}\bm{k}\,&#10;                                                                                  A_{j^{\prime}n^{\prime}\bm{k}^{\prime}}^{*}A_{jn\bm{k}}&#10;                                                                                  \left(E_{n^{\prime}\bm{k}^{\prime}}+E_{n\bm{k}}\right)\braket{ n^{\prime}\bm{k}^{\prime} | \mathcal{U} | n\bm{k} } \\&#10;\end{align*}&#10;&#10;\end{document}"/>
  <p:tag name="IGUANATEXSIZE" val="20"/>
  <p:tag name="IGUANATEXCURSOR" val="1915"/>
  <p:tag name="TRANSPARENCY" val="True"/>
  <p:tag name="FILENAME" val=""/>
  <p:tag name="LATEXENGINEID" val="0"/>
  <p:tag name="TEMPFOLDER" val="c:\temp\"/>
  <p:tag name="LATEXFORMHEIGHT" val="669.75"/>
  <p:tag name="LATEXFORMWIDTH" val="1614"/>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319.4601"/>
  <p:tag name="ORIGINALWIDTH" val="4158.98"/>
  <p:tag name="LATEXADDIN" val="\documentclass{article}&#10;\usepackage{amsmath,bm,braket}&#10;\pagestyle{empty}&#10;\begin{document}&#10;\begin{align*}&#10;\left(\mathcal{H}\right)_{j^{\prime}j} &amp;=  \sum_{n} \int_{\text{BZ}} \mathrm{d}\bm{k}\,&#10;                                           A_{j^{\prime}n\bm{k}}^{*}A_{jn\bm{k}}E_{n\bm{k}}&#10;                                           +&#10;                                           \sum_{n^{\prime}n} \iint_{\text{BZ}} \mathrm{d}\bm{k}^{\prime}\mathrm{d}\bm{k}\,&#10;                                           A_{j^{\prime}n^{\prime}\bm{k}^{\prime}}^{*}A_{jn\bm{k}}&#10;                                           \braket{ n^{\prime}\bm{k}^{\prime} | \mathcal{U} | n\bm{k} } \\&#10;\end{align*}&#10;&#10;\end{document}"/>
  <p:tag name="IGUANATEXSIZE" val="20"/>
  <p:tag name="IGUANATEXCURSOR" val="566"/>
  <p:tag name="TRANSPARENCY" val="True"/>
  <p:tag name="FILENAME" val=""/>
  <p:tag name="LATEXENGINEID" val="0"/>
  <p:tag name="TEMPFOLDER" val="c:\temp\"/>
  <p:tag name="LATEXFORMHEIGHT" val="669.75"/>
  <p:tag name="LATEXFORMWIDTH" val="1614"/>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387.7015"/>
  <p:tag name="ORIGINALWIDTH" val="4288.714"/>
  <p:tag name="LATEXADDIN" val="\documentclass{article}&#10;\usepackage{amsmath,bm}&#10;\pagestyle{empty}&#10;\begin{document}&#10;&#10;There's not much explanatory content here, just some formal mathematical computations. Here, I try to find a formula for the $\left(\mathcal{H}\right)_{j^{\prime}j}$ matrix of the Ritz method.&#10;&#10;&#10;&#10;\end{document}"/>
  <p:tag name="IGUANATEXSIZE" val="18"/>
  <p:tag name="IGUANATEXCURSOR" val="234"/>
  <p:tag name="TRANSPARENCY" val="True"/>
  <p:tag name="FILENAME" val=""/>
  <p:tag name="LATEXENGINEID" val="0"/>
  <p:tag name="TEMPFOLDER" val="c:\temp\"/>
  <p:tag name="LATEXFORMHEIGHT" val="312"/>
  <p:tag name="LATEXFORMWIDTH" val="832.5"/>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313.4608"/>
  <p:tag name="ORIGINALWIDTH" val="1929.509"/>
  <p:tag name="LATEXADDIN" val="\documentclass{article}&#10;\usepackage{amsmath,bm,braket}&#10;\pagestyle{empty}&#10;\begin{document}&#10;\begin{align*}&#10;\left(\mathcal{H}_{0}^{2}\right)_{j^{\prime}j} &amp;=  \sum_{n} \int_{\text{BZ}} \mathrm{d}\bm{k}\,&#10;                                                              A_{j^{\prime}n\bm{k}}^{*}A_{jn\bm{k}}E_{n\bm{k}}^{2} \\&#10;\end{align*}&#10;&#10;\end{document}"/>
  <p:tag name="IGUANATEXSIZE" val="20"/>
  <p:tag name="IGUANATEXCURSOR" val="105"/>
  <p:tag name="TRANSPARENCY" val="True"/>
  <p:tag name="FILENAME" val=""/>
  <p:tag name="LATEXENGINEID" val="0"/>
  <p:tag name="TEMPFOLDER" val="c:\temp\"/>
  <p:tag name="LATEXFORMHEIGHT" val="669.75"/>
  <p:tag name="LATEXFORMWIDTH" val="1614"/>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319.4601"/>
  <p:tag name="ORIGINALWIDTH" val="5204.349"/>
  <p:tag name="LATEXADDIN" val="\documentclass{article}&#10;\usepackage{amsmath,bm,braket}&#10;\pagestyle{empty}&#10;\begin{document}&#10;\begin{align*}&#10;\left(\mathcal{H}_{0}\mathcal{U} + \mathcal{U}\mathcal{H}_{0} + \mathcal{U}^{2}\right)_{j^{\prime}j} &amp;= \sum_{n^{\prime}n} \iint_{\text{BZ}} \mathrm{d}\bm{k}^{\prime}\mathrm{d}\bm{k}\,&#10;                                                                                                        A_{j^{\prime}n^{\prime}\bm{k}^{\prime}}^{*}A_{jn\bm{k}}&#10;                                                                                                        \left(&#10;                                                                                                        \left(E_{n^{\prime}\bm{k}^{\prime}}+E_{n\bm{k}}\right)\braket{ n^{\prime}\bm{k}^{\prime}|\mathcal{U}|n\bm{k}}&#10;                                                                                                     +  \braket{n^{\prime}\bm{k}^{\prime}|\mathcal{U}^{2}|n\bm{k}}&#10;                                                                                                        \right) \\&#10;\end{align*}&#10;&#10;\end{document}"/>
  <p:tag name="IGUANATEXSIZE" val="20"/>
  <p:tag name="IGUANATEXCURSOR" val="1042"/>
  <p:tag name="TRANSPARENCY" val="True"/>
  <p:tag name="FILENAME" val=""/>
  <p:tag name="LATEXENGINEID" val="0"/>
  <p:tag name="TEMPFOLDER" val="c:\temp\"/>
  <p:tag name="LATEXFORMHEIGHT" val="669.75"/>
  <p:tag name="LATEXFORMWIDTH" val="1614"/>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329.9587"/>
  <p:tag name="ORIGINALWIDTH" val="3222.347"/>
  <p:tag name="LATEXADDIN" val="\documentclass{article}&#10;\usepackage{amsmath,braket,bm}&#10;\pagestyle{empty}&#10;\begin{document}&#10;&#10;\begin{equation*}&#10;\ket{j}&#10;=&#10;\sum_{n}\int_{\text{BZ}}\mathrm{d}\bm{k}\,&#10;A_{jn\bm{k}}\ket{n\bm{k}}&#10;\longrightarrow&#10;\ket{j}&#10;=&#10;\sum_{q}\alpha_{q}\int_{\text{BZ}}\mathrm{d}\bm{k}\,&#10;A_{jq\bm{k}}\ket{0\bm{k}}&#10;\end{equation*}&#10;&#10;\end{document}"/>
  <p:tag name="IGUANATEXSIZE" val="20"/>
  <p:tag name="IGUANATEXCURSOR" val="210"/>
  <p:tag name="TRANSPARENCY" val="True"/>
  <p:tag name="FILENAME" val=""/>
  <p:tag name="LATEXENGINEID" val="0"/>
  <p:tag name="TEMPFOLDER" val="c:\temp\"/>
  <p:tag name="LATEXFORMHEIGHT" val="312"/>
  <p:tag name="LATEXFORMWIDTH" val="384"/>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25.9843"/>
  <p:tag name="ORIGINALWIDTH" val="4942.632"/>
  <p:tag name="LATEXADDIN" val="\documentclass{article}&#10;&#10;\usepackage[a0paper]{geometry}&#10;&#10;\usepackage{amsmath,braket,bm}&#10;\pagestyle{empty}&#10;\begin{document}&#10;&#10;We neglect contributions from bands above the conduction minima, so $A_{jn\bm{k}} = 0$ for $n \ne 0$.&#10;&#10;\end{document}"/>
  <p:tag name="IGUANATEXSIZE" val="18"/>
  <p:tag name="IGUANATEXCURSOR" val="225"/>
  <p:tag name="TRANSPARENCY" val="True"/>
  <p:tag name="FILENAME" val=""/>
  <p:tag name="LATEXENGINEID" val="0"/>
  <p:tag name="TEMPFOLDER" val="c:\temp\"/>
  <p:tag name="LATEXFORMHEIGHT" val="552.75"/>
  <p:tag name="LATEXFORMWIDTH" val="1297.5"/>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147.7315"/>
  <p:tag name="ORIGINALWIDTH" val="2005.249"/>
  <p:tag name="LATEXADDIN" val="\documentclass{article}&#10;&#10;\usepackage[a0paper]{geometry}&#10;&#10;\usepackage{amsmath,braket,bm}&#10;\pagestyle{empty}&#10;\begin{document}&#10;&#10;We express $A_{j0\bm{k}}$ as $A_{j0\bm{k}} = \sum_{q} A_{jq\bm{k}}$.&#10;&#10;\end{document}"/>
  <p:tag name="IGUANATEXSIZE" val="18"/>
  <p:tag name="IGUANATEXCURSOR" val="178"/>
  <p:tag name="TRANSPARENCY" val="True"/>
  <p:tag name="FILENAME" val=""/>
  <p:tag name="LATEXENGINEID" val="0"/>
  <p:tag name="TEMPFOLDER" val="c:\temp\"/>
  <p:tag name="LATEXFORMHEIGHT" val="552.75"/>
  <p:tag name="LATEXFORMWIDTH" val="1297.5"/>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25.9843"/>
  <p:tag name="ORIGINALWIDTH" val="3853.768"/>
  <p:tag name="LATEXADDIN" val="\documentclass{article}&#10;&#10;\usepackage[a0paper]{geometry}&#10;&#10;\usepackage{amsmath,braket,bm}&#10;\pagestyle{empty}&#10;\begin{document}&#10;&#10;We assume that the $A_{jq\bm{k}}$ are sharply peaked at $\bm{k} = \bm{k}_{q}$ with $\bm{k}_{q} = k_{0}\hat{\bm{q}}$.&#10;&#10;\end{document}"/>
  <p:tag name="IGUANATEXSIZE" val="18"/>
  <p:tag name="IGUANATEXCURSOR" val="240"/>
  <p:tag name="TRANSPARENCY" val="True"/>
  <p:tag name="FILENAME" val=""/>
  <p:tag name="LATEXENGINEID" val="0"/>
  <p:tag name="TEMPFOLDER" val="c:\temp\"/>
  <p:tag name="LATEXFORMHEIGHT" val="552.75"/>
  <p:tag name="LATEXFORMWIDTH" val="1297.5"/>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319.4601"/>
  <p:tag name="ORIGINALWIDTH" val="4158.98"/>
  <p:tag name="LATEXADDIN" val="\documentclass{article}&#10;\usepackage{amsmath,bm,braket}&#10;\pagestyle{empty}&#10;\begin{document}&#10;\begin{align*}&#10;\left(\mathcal{H}\right)_{j^{\prime}j} &amp;=  \sum_{n} \int_{\text{BZ}} \mathrm{d}\bm{k}\,&#10;                                           A_{j^{\prime}n\bm{k}}^{*}A_{jn\bm{k}}E_{n\bm{k}}&#10;                                           +&#10;                                           \sum_{n^{\prime}n} \iint_{\text{BZ}} \mathrm{d}\bm{k}^{\prime}\mathrm{d}\bm{k}\,&#10;                                           A_{j^{\prime}n^{\prime}\bm{k}^{\prime}}^{*}A_{jn\bm{k}}&#10;                                           \braket{ n^{\prime}\bm{k}^{\prime} | \mathcal{U} | n\bm{k} } \\&#10;\end{align*}&#10;&#10;\end{document}"/>
  <p:tag name="IGUANATEXSIZE" val="20"/>
  <p:tag name="IGUANATEXCURSOR" val="566"/>
  <p:tag name="TRANSPARENCY" val="True"/>
  <p:tag name="FILENAME" val=""/>
  <p:tag name="LATEXENGINEID" val="0"/>
  <p:tag name="TEMPFOLDER" val="c:\temp\"/>
  <p:tag name="LATEXFORMHEIGHT" val="669.75"/>
  <p:tag name="LATEXFORMWIDTH" val="1614"/>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387.7015"/>
  <p:tag name="ORIGINALWIDTH" val="4288.714"/>
  <p:tag name="LATEXADDIN" val="\documentclass{article}&#10;\usepackage{amsmath,bm}&#10;\pagestyle{empty}&#10;\begin{document}&#10;&#10;There's not much explanatory content here, just some formal mathematical computations. Here, I try to find a formula for the $\left(\mathcal{H}\right)_{j^{\prime}j}$ matrix of the Ritz method.&#10;&#10;&#10;&#10;\end{document}"/>
  <p:tag name="IGUANATEXSIZE" val="18"/>
  <p:tag name="IGUANATEXCURSOR" val="234"/>
  <p:tag name="TRANSPARENCY" val="True"/>
  <p:tag name="FILENAME" val=""/>
  <p:tag name="LATEXENGINEID" val="0"/>
  <p:tag name="TEMPFOLDER" val="c:\temp\"/>
  <p:tag name="LATEXFORMHEIGHT" val="312"/>
  <p:tag name="LATEXFORMWIDTH" val="832.5"/>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313.4608"/>
  <p:tag name="ORIGINALWIDTH" val="1929.509"/>
  <p:tag name="LATEXADDIN" val="\documentclass{article}&#10;\usepackage{amsmath,bm,braket}&#10;\pagestyle{empty}&#10;\begin{document}&#10;\begin{align*}&#10;\left(\mathcal{H}_{0}^{2}\right)_{j^{\prime}j} &amp;=  \sum_{n} \int_{\text{BZ}} \mathrm{d}\bm{k}\,&#10;                                                              A_{j^{\prime}n\bm{k}}^{*}A_{jn\bm{k}}E_{n\bm{k}}^{2} \\&#10;\end{align*}&#10;&#10;\end{document}"/>
  <p:tag name="IGUANATEXSIZE" val="20"/>
  <p:tag name="IGUANATEXCURSOR" val="105"/>
  <p:tag name="TRANSPARENCY" val="True"/>
  <p:tag name="FILENAME" val=""/>
  <p:tag name="LATEXENGINEID" val="0"/>
  <p:tag name="TEMPFOLDER" val="c:\temp\"/>
  <p:tag name="LATEXFORMHEIGHT" val="669.75"/>
  <p:tag name="LATEXFORMWIDTH" val="1614"/>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319.4601"/>
  <p:tag name="ORIGINALWIDTH" val="5204.349"/>
  <p:tag name="LATEXADDIN" val="\documentclass{article}&#10;\usepackage{amsmath,bm,braket}&#10;\pagestyle{empty}&#10;\begin{document}&#10;\begin{align*}&#10;\left(\mathcal{H}_{0}\mathcal{U} + \mathcal{U}\mathcal{H}_{0} + \mathcal{U}^{2}\right)_{j^{\prime}j} &amp;= \sum_{n^{\prime}n} \iint_{\text{BZ}} \mathrm{d}\bm{k}^{\prime}\mathrm{d}\bm{k}\,&#10;                                                                                                        A_{j^{\prime}n^{\prime}\bm{k}^{\prime}}^{*}A_{jn\bm{k}}&#10;                                                                                                        \left(&#10;                                                                                                        \left(E_{n^{\prime}\bm{k}^{\prime}}+E_{n\bm{k}}\right)\braket{ n^{\prime}\bm{k}^{\prime}|\mathcal{U}|n\bm{k}}&#10;                                                                                                     +  \braket{n^{\prime}\bm{k}^{\prime}|\mathcal{U}^{2}|n\bm{k}}&#10;                                                                                                        \right) \\&#10;\end{align*}&#10;&#10;\end{document}"/>
  <p:tag name="IGUANATEXSIZE" val="20"/>
  <p:tag name="IGUANATEXCURSOR" val="1042"/>
  <p:tag name="TRANSPARENCY" val="True"/>
  <p:tag name="FILENAME" val=""/>
  <p:tag name="LATEXENGINEID" val="0"/>
  <p:tag name="TEMPFOLDER" val="c:\temp\"/>
  <p:tag name="LATEXFORMHEIGHT" val="669.75"/>
  <p:tag name="LATEXFORMWIDTH" val="1614"/>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236.9704"/>
  <p:tag name="ORIGINALWIDTH" val="4288.714"/>
  <p:tag name="OUTPUTTYPE" val="PNG"/>
  <p:tag name="IGUANATEXVERSION" val="159"/>
  <p:tag name="LATEXADDIN" val="\documentclass{article}&#10;\usepackage{amsmath,bm}&#10;\pagestyle{empty}&#10;\begin{document}&#10;&#10;There should be more detail between previous and succeeding slides. I'll need to add this.&#10;&#10;&#10;&#10;\end{document}"/>
  <p:tag name="IGUANATEXSIZE" val="18"/>
  <p:tag name="IGUANATEXCURSOR" val="174"/>
  <p:tag name="TRANSPARENCY" val="True"/>
  <p:tag name="FILENAME" val=""/>
  <p:tag name="LATEXENGINEID" val="0"/>
  <p:tag name="TEMPFOLDER" val="C:\iguanatex\"/>
  <p:tag name="LATEXFORMHEIGHT" val="312"/>
  <p:tag name="LATEXFORMWIDTH" val="832.5"/>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315.7105"/>
  <p:tag name="ORIGINALWIDTH" val="2110.236"/>
  <p:tag name="LATEXADDIN" val="\documentclass{article}&#10;\usepackage{amsmath,braket,bm}&#10;\pagestyle{empty}&#10;\begin{document}&#10;&#10;\begin{equation*}&#10;F_{jq}\left(\bm{r}\right)&#10;=&#10;\frac{1}{\left(2\pi\right)^{3/2}}&#10;\int_{\text{BZ}}\mathrm{d}\bm{k}\,&#10;A_{jq\bm{k}}\mathrm{e}^{\mathrm{i}\left(\bm{k}-\bm{k}_{q}\right)\cdot\bm{r}}&#10;\end{equation*}&#10;&#10;\end{document}"/>
  <p:tag name="IGUANATEXSIZE" val="20"/>
  <p:tag name="IGUANATEXCURSOR" val="282"/>
  <p:tag name="TRANSPARENCY" val="True"/>
  <p:tag name="FILENAME" val=""/>
  <p:tag name="LATEXENGINEID" val="0"/>
  <p:tag name="TEMPFOLDER" val="c:\temp\"/>
  <p:tag name="LATEXFORMHEIGHT" val="312"/>
  <p:tag name="LATEXFORMWIDTH" val="867"/>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SELECTIONNAME" val="Group 13"/>
  <p:tag name="LAYER" val="3"/>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315.7105"/>
  <p:tag name="ORIGINALWIDTH" val="2464.942"/>
  <p:tag name="LATEXADDIN" val="\documentclass{article}&#10;\usepackage{amsmath,braket,bm}&#10;\pagestyle{empty}&#10;\begin{document}&#10;&#10;\begin{equation*}&#10;\left(TF\right)_{jq}\left(\bm{r}\right)&#10;=&#10;\frac{1}{\left(2\pi\right)^{3/2}}&#10;\int_{\text{BZ}}\mathrm{d}\bm{k}\,&#10;E_{\bm{k}}&#10;A_{jq\bm{k}}\mathrm{e}^{\mathrm{i}\left(\bm{k}-\bm{k}_{q}\right)\cdot\bm{r}}&#10;\end{equation*}&#10;&#10;\end{document}"/>
  <p:tag name="IGUANATEXSIZE" val="20"/>
  <p:tag name="IGUANATEXCURSOR" val="117"/>
  <p:tag name="TRANSPARENCY" val="True"/>
  <p:tag name="FILENAME" val=""/>
  <p:tag name="LATEXENGINEID" val="0"/>
  <p:tag name="TEMPFOLDER" val="c:\temp\"/>
  <p:tag name="LATEXFORMHEIGHT" val="312"/>
  <p:tag name="LATEXFORMWIDTH" val="867"/>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82.2272"/>
  <p:tag name="ORIGINALWIDTH" val="2080.24"/>
  <p:tag name="LATEXADDIN" val="\documentclass{article}&#10;\usepackage{amsmath,braket,bm}&#10;\pagestyle{empty}&#10;\begin{document}&#10;&#10;\begin{equation*}&#10;F_{jq}^{(1)}\left(\bm{r}\right)&#10;=&#10;F_{jq}\left(\bm{r}\right)u_{\bm{k}_{q}}\left(\bm{r}\right)&#10;\left(1 + \Delta_{\bm{k}_{q}}\left(\bm{r}\right)\right)&#10;\end{equation*}&#10;&#10;\end{document}"/>
  <p:tag name="IGUANATEXSIZE" val="20"/>
  <p:tag name="IGUANATEXCURSOR" val="231"/>
  <p:tag name="TRANSPARENCY" val="True"/>
  <p:tag name="FILENAME" val=""/>
  <p:tag name="LATEXENGINEID" val="0"/>
  <p:tag name="TEMPFOLDER" val="c:\temp\"/>
  <p:tag name="LATEXFORMHEIGHT" val="312"/>
  <p:tag name="LATEXFORMWIDTH" val="867"/>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359.955"/>
  <p:tag name="ORIGINALWIDTH" val="2333.708"/>
  <p:tag name="LATEXADDIN" val="\documentclass{article}&#10;\usepackage{amsmath,braket,bm}&#10;\pagestyle{empty}&#10;\begin{document}&#10;&#10;\begin{equation*}&#10;\Delta_{\bm{k}_{q}}\left(\bm{r}\right)&#10;=&#10;\frac&#10;{&#10;\int_{\text{BZ}}\mathrm{d}\bm{k}\,A_{jq\bm{k}}\mathrm{e}^{\mathrm{i}\left(\bm{k}-\bm{k}_{q}\right)\cdot\bm{r}}\left(u_{\bm{k}}-u_{\bm{k}_{q}}\right)&#10;}&#10;{&#10;\left(2\pi\right)^{3/2}F_{jq}\left(\bm{r}\right)u_{\bm{k}_{q}}\left(\bm{r}\right)&#10;}&#10;\end{equation*}&#10;&#10;\end{document}"/>
  <p:tag name="IGUANATEXSIZE" val="20"/>
  <p:tag name="IGUANATEXCURSOR" val="284"/>
  <p:tag name="TRANSPARENCY" val="True"/>
  <p:tag name="FILENAME" val=""/>
  <p:tag name="LATEXENGINEID" val="0"/>
  <p:tag name="TEMPFOLDER" val="c:\temp\"/>
  <p:tag name="LATEXFORMHEIGHT" val="312"/>
  <p:tag name="LATEXFORMWIDTH" val="1443.75"/>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335.958"/>
  <p:tag name="ORIGINALWIDTH" val="2679.415"/>
  <p:tag name="LATEXADDIN" val="\documentclass{article}&#10;\usepackage{amsmath,braket,bm}&#10;\pagestyle{empty}&#10;\begin{document}&#10;&#10;\begin{equation*}&#10;\braket{j^{\prime}|j}&#10;=&#10;\int\mathrm{d}\bm{r}\,&#10;\sum_{q^{\prime}q} \alpha_{q^\prime}^{*}\alpha_{q}\mathrm{e}^{\mathrm{i}\left(\bm{k}_{q}-\bm{k}_{q^\prime}\right)\cdot\bm{r}}&#10;F_{j^{\prime}q^{\prime}}\left(\bm{r}\right)F_{jq}\left(\bm{r}\right)&#10;\end{equation*}&#10;&#10;\end{document}"/>
  <p:tag name="IGUANATEXSIZE" val="20"/>
  <p:tag name="IGUANATEXCURSOR" val="329"/>
  <p:tag name="TRANSPARENCY" val="True"/>
  <p:tag name="FILENAME" val=""/>
  <p:tag name="LATEXENGINEID" val="0"/>
  <p:tag name="TEMPFOLDER" val="c:\temp\"/>
  <p:tag name="LATEXFORMHEIGHT" val="312"/>
  <p:tag name="LATEXFORMWIDTH" val="867"/>
  <p:tag name="LATEXFORMWRAP" val="True"/>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335.958"/>
  <p:tag name="ORIGINALWIDTH" val="3078.365"/>
  <p:tag name="LATEXADDIN" val="\documentclass{article}&#10;\usepackage{amsmath,braket,bm}&#10;\pagestyle{empty}&#10;\begin{document}&#10;&#10;\begin{equation*}&#10;\braket{j^{\prime}|H_{0}|j}&#10;=&#10;\int\mathrm{d}\bm{r}\,&#10;\sum_{q^{\prime}q} \alpha_{q^\prime}^{*}\alpha_{q}\mathrm{e}^{\mathrm{i}\left(\bm{k}_{q}-\bm{k}_{q^\prime}\right)\cdot\bm{r}}&#10;F_{j^{\prime}q^{\prime}}\left(\bm{r}\right)\left(TF\right)_{jq}\left(\bm{r}\right)&#10;\end{equation*}&#10;&#10;\end{document}"/>
  <p:tag name="IGUANATEXSIZE" val="20"/>
  <p:tag name="IGUANATEXCURSOR" val="349"/>
  <p:tag name="TRANSPARENCY" val="True"/>
  <p:tag name="FILENAME" val=""/>
  <p:tag name="LATEXENGINEID" val="0"/>
  <p:tag name="TEMPFOLDER" val="c:\temp\"/>
  <p:tag name="LATEXFORMHEIGHT" val="312"/>
  <p:tag name="LATEXFORMWIDTH" val="867"/>
  <p:tag name="LATEXFORMWRAP" val="True"/>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335.958"/>
  <p:tag name="ORIGINALWIDTH" val="3162.355"/>
  <p:tag name="LATEXADDIN" val="\documentclass{article}&#10;\usepackage{amsmath,braket,bm}&#10;\pagestyle{empty}&#10;\begin{document}&#10;&#10;\begin{equation*}&#10;\braket{j^{\prime}|\mathcal{U}|j}&#10;=&#10;\int\mathrm{d}\bm{r}\,&#10;\sum_{q^{\prime}q} \alpha_{q^\prime}^{*}\alpha_{q}&#10;\mathrm{e}^{\mathrm{i}\left(\bm{k}_{q}-\bm{k}_{q^\prime}\right)\cdot\bm{r}}&#10;F_{j^{\prime}q^{\prime}}^{(1)}\left(\bm{r}\right)&#10;V\left(\bm{r}\right)&#10;F_{jq}^{(1)}\left(\bm{r}\right)&#10;\end{equation*}&#10;&#10;\end{document}"/>
  <p:tag name="IGUANATEXSIZE" val="20"/>
  <p:tag name="IGUANATEXCURSOR" val="139"/>
  <p:tag name="TRANSPARENCY" val="True"/>
  <p:tag name="FILENAME" val=""/>
  <p:tag name="LATEXENGINEID" val="0"/>
  <p:tag name="TEMPFOLDER" val="c:\temp\"/>
  <p:tag name="LATEXFORMHEIGHT" val="312"/>
  <p:tag name="LATEXFORMWIDTH" val="867"/>
  <p:tag name="LATEXFORMWRAP" val="True"/>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316.4605"/>
  <p:tag name="ORIGINALWIDTH" val="2722.16"/>
  <p:tag name="LATEXADDIN" val="\documentclass{article}&#10;\usepackage{amsmath,braket,bm}&#10;\pagestyle{empty}&#10;\begin{document}&#10;&#10;\begin{equation*}&#10;E_{\bm{k}} \approx \frac{1}{2}\left( \frac{\hbar^{2}}{m_{l}}\left(k_{q}-k_{0}\right)^{2} + \frac{\hbar^{2}}{m_{l}}\bm{k}_{\perp}^{2} \right) + O\left[\left(\bm{k}-\bm{k}_{q}\right)^{3}\right]&#10;\end{equation*}&#10;&#10;\end{document}"/>
  <p:tag name="IGUANATEXSIZE" val="20"/>
  <p:tag name="IGUANATEXCURSOR" val="128"/>
  <p:tag name="TRANSPARENCY" val="True"/>
  <p:tag name="FILENAME" val=""/>
  <p:tag name="LATEXENGINEID" val="0"/>
  <p:tag name="TEMPFOLDER" val="c:\temp\"/>
  <p:tag name="LATEXFORMHEIGHT" val="312"/>
  <p:tag name="LATEXFORMWIDTH" val="1286.25"/>
  <p:tag name="LATEXFORMWRAP" val="True"/>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36.4829"/>
  <p:tag name="ORIGINALWIDTH" val="647.1691"/>
  <p:tag name="LATEXADDIN" val="\documentclass{article}&#10;\usepackage{amsmath,braket,bm}&#10;\pagestyle{empty}&#10;\begin{document}&#10;&#10;\begin{equation*}&#10;\Delta_{\bm{k}_{q}}\left(\bm{r}\right) \ll 1&#10;\end{equation*}&#10;&#10;\end{document}"/>
  <p:tag name="IGUANATEXSIZE" val="20"/>
  <p:tag name="IGUANATEXCURSOR" val="153"/>
  <p:tag name="TRANSPARENCY" val="True"/>
  <p:tag name="FILENAME" val=""/>
  <p:tag name="LATEXENGINEID" val="0"/>
  <p:tag name="TEMPFOLDER" val="c:\temp\"/>
  <p:tag name="LATEXFORMHEIGHT" val="312"/>
  <p:tag name="LATEXFORMWIDTH" val="1443.75"/>
  <p:tag name="LATEXFORMWRAP" val="True"/>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359.955"/>
  <p:tag name="ORIGINALWIDTH" val="2333.708"/>
  <p:tag name="LATEXADDIN" val="\documentclass{article}&#10;\usepackage{amsmath,braket,bm}&#10;\pagestyle{empty}&#10;\begin{document}&#10;&#10;\begin{equation*}&#10;\Delta_{\bm{k}_{q}}\left(\bm{r}\right)&#10;=&#10;\frac&#10;{&#10;\int_{\text{BZ}}\mathrm{d}\bm{k}\,A_{jq\bm{k}}\mathrm{e}^{\mathrm{i}\left(\bm{k}-\bm{k}_{q}\right)\cdot\bm{r}}\left(u_{\bm{k}}-u_{\bm{k}_{q}}\right)&#10;}&#10;{&#10;\left(2\pi\right)^{3/2}F_{jq}\left(\bm{r}\right)u_{\bm{k}_{q}}\left(\bm{r}\right)&#10;}&#10;\end{equation*}&#10;&#10;\end{document}"/>
  <p:tag name="IGUANATEXSIZE" val="20"/>
  <p:tag name="IGUANATEXCURSOR" val="284"/>
  <p:tag name="TRANSPARENCY" val="True"/>
  <p:tag name="FILENAME" val=""/>
  <p:tag name="LATEXENGINEID" val="0"/>
  <p:tag name="TEMPFOLDER" val="c:\temp\"/>
  <p:tag name="LATEXFORMHEIGHT" val="312"/>
  <p:tag name="LATEXFORMWIDTH" val="1443.75"/>
  <p:tag name="LATEXFORMWRAP" val="True"/>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82.2272"/>
  <p:tag name="ORIGINALWIDTH" val="1331.084"/>
  <p:tag name="LATEXADDIN" val="\documentclass{article}&#10;\usepackage{amsmath,braket,bm}&#10;\pagestyle{empty}&#10;\begin{document}&#10;&#10;\begin{equation*}&#10;F_{jq}^{(1)}\left(\bm{r}\right)&#10;\approx&#10;F_{jq}\left(\bm{r}\right)u_{\bm{k}_{q}}\left(\bm{r}\right)&#10;\end{equation*}&#10;&#10;\end{document}"/>
  <p:tag name="IGUANATEXSIZE" val="20"/>
  <p:tag name="IGUANATEXCURSOR" val="148"/>
  <p:tag name="TRANSPARENCY" val="True"/>
  <p:tag name="FILENAME" val=""/>
  <p:tag name="LATEXENGINEID" val="0"/>
  <p:tag name="TEMPFOLDER" val="c:\temp\"/>
  <p:tag name="LATEXFORMHEIGHT" val="312"/>
  <p:tag name="LATEXFORMWIDTH" val="867"/>
  <p:tag name="LATEXFORMWRAP" val="True"/>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315.7105"/>
  <p:tag name="ORIGINALWIDTH" val="2464.942"/>
  <p:tag name="LATEXADDIN" val="\documentclass{article}&#10;\usepackage{amsmath,braket,bm}&#10;\pagestyle{empty}&#10;\begin{document}&#10;&#10;\begin{equation*}&#10;\left(FT\right)_{jq}\left(\bm{r}\right)&#10;=&#10;\frac{1}{\left(2\pi\right)^{3/2}}&#10;\int_{\text{BZ}}\mathrm{d}\bm{k}\,&#10;E_{\bm{k}}&#10;A_{jq\bm{k}}\mathrm{e}^{\mathrm{i}\left(\bm{k}-\bm{k}_{q}\right)\cdot\bm{r}}&#10;\end{equation*}&#10;&#10;\end{document}"/>
  <p:tag name="IGUANATEXSIZE" val="20"/>
  <p:tag name="IGUANATEXCURSOR" val="129"/>
  <p:tag name="TRANSPARENCY" val="True"/>
  <p:tag name="FILENAME" val=""/>
  <p:tag name="LATEXENGINEID" val="0"/>
  <p:tag name="TEMPFOLDER" val="c:\temp\"/>
  <p:tag name="LATEXFORMHEIGHT" val="312"/>
  <p:tag name="LATEXFORMWIDTH" val="867"/>
  <p:tag name="LATEXFORMWRAP" val="True"/>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182.2272"/>
  <p:tag name="ORIGINALWIDTH" val="1086.614"/>
  <p:tag name="LATEXADDIN" val="\documentclass{article}&#10;\usepackage{amsmath,braket,bm}&#10;\pagestyle{empty}&#10;\begin{document}&#10;&#10;\begin{equation*}&#10;F_{jq}^{(T)}\left(\bm{r}\right)&#10;=&#10;\tilde{T}_{q}F_{jq}\left(\bm{r}\right)&#10;\end{equation*}&#10;&#10;\end{document}"/>
  <p:tag name="IGUANATEXSIZE" val="20"/>
  <p:tag name="IGUANATEXCURSOR" val="162"/>
  <p:tag name="TRANSPARENCY" val="True"/>
  <p:tag name="FILENAME" val=""/>
  <p:tag name="LATEXENGINEID" val="0"/>
  <p:tag name="TEMPFOLDER" val="c:\temp\"/>
  <p:tag name="LATEXFORMHEIGHT" val="312"/>
  <p:tag name="LATEXFORMWIDTH" val="867"/>
  <p:tag name="LATEXFORMWRAP" val="True"/>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331.4586"/>
  <p:tag name="ORIGINALWIDTH" val="1430.071"/>
  <p:tag name="LATEXADDIN" val="\documentclass{article}&#10;\usepackage{amsmath,braket,bm}&#10;\pagestyle{empty}&#10;\begin{document}&#10;&#10;\begin{equation*}&#10;\tilde{T}_{q}&#10;=&#10;-\frac{\hbar^{2}}{2m_{l}}\frac{\partial^{2}}{\partial x_{q}^{2}} - \frac{\hbar^{2}}{2m_{t}}\nabla_{\perp}^{2}&#10;\end{equation*}&#10;&#10;\end{document}"/>
  <p:tag name="IGUANATEXSIZE" val="20"/>
  <p:tag name="IGUANATEXCURSOR" val="234"/>
  <p:tag name="TRANSPARENCY" val="True"/>
  <p:tag name="FILENAME" val=""/>
  <p:tag name="LATEXENGINEID" val="0"/>
  <p:tag name="TEMPFOLDER" val="c:\temp\"/>
  <p:tag name="LATEXFORMHEIGHT" val="312"/>
  <p:tag name="LATEXFORMWIDTH" val="867"/>
  <p:tag name="LATEXFORMWRAP" val="True"/>
  <p:tag name="BITMAPVECTOR" val="0"/>
</p:tagLst>
</file>

<file path=ppt/theme/theme1.xml><?xml version="1.0" encoding="utf-8"?>
<a:theme xmlns:a="http://schemas.openxmlformats.org/drawingml/2006/main" name="UB Powerpoint Template">
  <a:themeElements>
    <a:clrScheme name="Custom 2">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Custom 1">
      <a:majorFont>
        <a:latin typeface="Calibri"/>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Template_WIDE" id="{320877F5-9057-5044-9670-55C377C33490}" vid="{043CC7DF-15AC-0F49-A0D1-304573C219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41231</TotalTime>
  <Words>353</Words>
  <Application>Microsoft Office PowerPoint</Application>
  <PresentationFormat>Widescreen</PresentationFormat>
  <Paragraphs>48</Paragraphs>
  <Slides>16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Georgia</vt:lpstr>
      <vt:lpstr>Gill Sans MT</vt:lpstr>
      <vt:lpstr>LucidaGrande</vt:lpstr>
      <vt:lpstr>UB Powerpoint Template</vt:lpstr>
      <vt:lpstr>PowerPoint Presentation</vt:lpstr>
      <vt:lpstr>Crystal bulk Hamiltonian</vt:lpstr>
      <vt:lpstr>Introducing defects</vt:lpstr>
      <vt:lpstr>Whiteboard 1</vt:lpstr>
      <vt:lpstr>Wavefunction equation</vt:lpstr>
      <vt:lpstr>Variational method</vt:lpstr>
      <vt:lpstr>Ritz method</vt:lpstr>
      <vt:lpstr>Whiteboard 2</vt:lpstr>
      <vt:lpstr>Whiteboard 3a</vt:lpstr>
      <vt:lpstr>Whiteboard 3b</vt:lpstr>
      <vt:lpstr>Introducing the effective mass approximations -- I</vt:lpstr>
      <vt:lpstr>Introducing the effective mass approximations -- II</vt:lpstr>
      <vt:lpstr>Whiteboard 4</vt:lpstr>
      <vt:lpstr>Whiteboard 5</vt:lpstr>
      <vt:lpstr>Starting to compute matrix elements </vt:lpstr>
      <vt:lpstr>Further elaboration of effective mass approximations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Powerpoint Template</dc:title>
  <dc:subject/>
  <dc:creator>Microsoft Office User</dc:creator>
  <cp:keywords/>
  <dc:description/>
  <cp:lastModifiedBy>Luke Pendo</cp:lastModifiedBy>
  <cp:revision>1926</cp:revision>
  <cp:lastPrinted>2016-07-18T17:32:49Z</cp:lastPrinted>
  <dcterms:created xsi:type="dcterms:W3CDTF">2016-06-28T14:05:07Z</dcterms:created>
  <dcterms:modified xsi:type="dcterms:W3CDTF">2023-06-13T18:38:37Z</dcterms:modified>
  <cp:category/>
</cp:coreProperties>
</file>