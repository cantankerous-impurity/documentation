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1" r:id="rId1"/>
  </p:sldMasterIdLst>
  <p:notesMasterIdLst>
    <p:notesMasterId r:id="rId4"/>
  </p:notesMasterIdLst>
  <p:handoutMasterIdLst>
    <p:handoutMasterId r:id="rId5"/>
  </p:handoutMasterIdLst>
  <p:sldIdLst>
    <p:sldId id="539" r:id="rId2"/>
    <p:sldId id="597" r:id="rId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FF"/>
    <a:srgbClr val="005AC0"/>
    <a:srgbClr val="7030A0"/>
    <a:srgbClr val="75AD38"/>
    <a:srgbClr val="FFC11F"/>
    <a:srgbClr val="FF7F7F"/>
    <a:srgbClr val="00CC00"/>
    <a:srgbClr val="33A366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8" autoAdjust="0"/>
    <p:restoredTop sz="87360" autoAdjust="0"/>
  </p:normalViewPr>
  <p:slideViewPr>
    <p:cSldViewPr snapToGrid="0" snapToObjects="1">
      <p:cViewPr varScale="1">
        <p:scale>
          <a:sx n="92" d="100"/>
          <a:sy n="92" d="100"/>
        </p:scale>
        <p:origin x="61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8/21/2022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8/21/2022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FBD0F-917C-47E2-81A1-50CB209F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E50429-19B2-4DA2-9FF3-1CD3B89F7C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https://gitlab.com/cantankerous-impurity/cantankerous-impurity/-/blob/core/GroupMeetings/GroupMeeting_2022-04-28.pptx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000389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14688D2D-B472-4979-B2C1-7E61B778CDBF}"/>
              </a:ext>
            </a:extLst>
          </p:cNvPr>
          <p:cNvSpPr txBox="1">
            <a:spLocks/>
          </p:cNvSpPr>
          <p:nvPr userDrawn="1"/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377" rtl="0" eaLnBrk="1" latinLnBrk="0" hangingPunct="1">
              <a:defRPr sz="14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https://gitlab.com/cantankerous-impurity/Documentation/-/blob/core/GettingStarted.pdf</a:t>
            </a:r>
          </a:p>
        </p:txBody>
      </p:sp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ocker.com/get-docker/" TargetMode="External"/><Relationship Id="rId3" Type="http://schemas.openxmlformats.org/officeDocument/2006/relationships/tags" Target="../tags/tag3.xml"/><Relationship Id="rId7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hyperlink" Target="https://dev.to/bowmanjd/install-docker-on-windows-wsl-without-docker-desktop-34m9" TargetMode="External"/><Relationship Id="rId4" Type="http://schemas.openxmlformats.org/officeDocument/2006/relationships/slideLayout" Target="../slideLayouts/slideLayout12.xml"/><Relationship Id="rId9" Type="http://schemas.openxmlformats.org/officeDocument/2006/relationships/hyperlink" Target="https://docs.docker.com/engine/install/ubunt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071D-BB9D-4544-A70A-F5F1A09E3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968496"/>
            <a:ext cx="6638544" cy="1650381"/>
          </a:xfrm>
        </p:spPr>
        <p:txBody>
          <a:bodyPr>
            <a:normAutofit/>
          </a:bodyPr>
          <a:lstStyle/>
          <a:p>
            <a:r>
              <a:rPr lang="en-US" i="0" dirty="0"/>
              <a:t>2022-August-11</a:t>
            </a:r>
          </a:p>
          <a:p>
            <a:r>
              <a:rPr lang="en-US" dirty="0"/>
              <a:t>Luke Pendo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726B7-BE34-4866-8953-1808D06B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3023745"/>
            <a:ext cx="11380223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GETTING STARTED WITH DOCKER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F668D-37E4-4004-8DB7-0DC6EB80C7BD}"/>
              </a:ext>
            </a:extLst>
          </p:cNvPr>
          <p:cNvSpPr txBox="1"/>
          <p:nvPr/>
        </p:nvSpPr>
        <p:spPr>
          <a:xfrm>
            <a:off x="701040" y="5283201"/>
            <a:ext cx="1078992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https://gitlab.com/cantankerous-impurity/Documentation/-/blob/core/GettingStarted.pdf</a:t>
            </a:r>
          </a:p>
        </p:txBody>
      </p:sp>
    </p:spTree>
    <p:extLst>
      <p:ext uri="{BB962C8B-B14F-4D97-AF65-F5344CB8AC3E}">
        <p14:creationId xmlns:p14="http://schemas.microsoft.com/office/powerpoint/2010/main" val="2101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Dependencies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Docker to run cantankerous-impurity</a:t>
            </a:r>
          </a:p>
        </p:txBody>
      </p:sp>
      <p:pic>
        <p:nvPicPr>
          <p:cNvPr id="8" name="Picture 7" descr="\documentclass{article}&#10;\usepackage{amsmath,amssymb,bm,eufrak}&#10;\usepackage{listings}&#10;\pagestyle{empty}&#10;\begin{document}&#10;&#10;Ubuntu 22.04 LTS commands&#10;\lstset{basicstyle=\tiny}&#10;\begin{lstlisting}[language=csh]&#10;${PROJECT_DIR}=&lt;replace with host specific value...&gt;&#10;mkdir ${PROJECT_DIR}&#10;&#10;COMPUTATION_SUBPROJECT=Computations&#10;COMPUTE_DIR=${PROJECT_DIR}/${COMPUTATION_SUBPROJECT}&#10;COMPUTE_SPEC=${PROJECT_NAME}/${COMPUTATION_SUBPROJECT}&#10;COMPUTE_GIT=https://gitlab.com/${COMPUTE_SPEC}.git&#10;git clone ${COMPUTE_GIT} ${COMPUTE_DIR}&#10;&#10;cd ${COMPUTE_DIR}&#10;make docker.make.main.debug&#10;make docker.run.main.debug&#10;\end{lstlisting}&#10;&#10;\end{document}" title="IguanaTex Bitmap Display">
            <a:extLst>
              <a:ext uri="{FF2B5EF4-FFF2-40B4-BE49-F238E27FC236}">
                <a16:creationId xmlns:a16="http://schemas.microsoft.com/office/drawing/2014/main" id="{6DFABB61-185F-45D4-955B-4CAEF53B42F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75670" y="2808163"/>
            <a:ext cx="6109718" cy="239527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DBDF416-8B78-44D7-9182-F1D5579EEA2B}"/>
              </a:ext>
            </a:extLst>
          </p:cNvPr>
          <p:cNvGrpSpPr/>
          <p:nvPr/>
        </p:nvGrpSpPr>
        <p:grpSpPr>
          <a:xfrm>
            <a:off x="906615" y="2625438"/>
            <a:ext cx="3578669" cy="2593106"/>
            <a:chOff x="906615" y="2625438"/>
            <a:chExt cx="3578669" cy="2593106"/>
          </a:xfrm>
        </p:grpSpPr>
        <p:pic>
          <p:nvPicPr>
            <p:cNvPr id="4" name="Picture 3" descr="\documentclass{article}&#10;\usepackage{amsmath,amssymb,bm,eufrak}&#10;\pagestyle{empty}&#10;\begin{document}&#10;&#10;The easy ones...&#10;\begin{itemize}&#10;\item git&#10;\item make&#10;\end{itemize}&#10;&#10;\end{document}" title="IguanaTex Bitmap Display">
              <a:extLst>
                <a:ext uri="{FF2B5EF4-FFF2-40B4-BE49-F238E27FC236}">
                  <a16:creationId xmlns:a16="http://schemas.microsoft.com/office/drawing/2014/main" id="{092ED06D-14C9-496D-82D3-CBE5343F70B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906615" y="2625438"/>
              <a:ext cx="1910858" cy="1309104"/>
            </a:xfrm>
            <a:prstGeom prst="rect">
              <a:avLst/>
            </a:prstGeom>
          </p:spPr>
        </p:pic>
        <p:pic>
          <p:nvPicPr>
            <p:cNvPr id="17" name="Picture 16" descr="\documentclass{article}&#10;\usepackage{amsmath,amssymb,bm,eufrak}&#10;\pagestyle{empty}&#10;\begin{document}&#10;&#10;The harder one...&#10;\begin{itemize}&#10;\item docker [2] or docker-ce [3,4]&#10;\end{itemize}&#10;&#10;\end{document}" title="IguanaTex Bitmap Display">
              <a:extLst>
                <a:ext uri="{FF2B5EF4-FFF2-40B4-BE49-F238E27FC236}">
                  <a16:creationId xmlns:a16="http://schemas.microsoft.com/office/drawing/2014/main" id="{482FE515-4B4A-4FA1-99AE-66D0739A975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906615" y="4398887"/>
              <a:ext cx="3578669" cy="819657"/>
            </a:xfrm>
            <a:prstGeom prst="rect">
              <a:avLst/>
            </a:prstGeom>
          </p:spPr>
        </p:pic>
      </p:grpSp>
      <p:sp>
        <p:nvSpPr>
          <p:cNvPr id="16" name="TextBox 107">
            <a:extLst>
              <a:ext uri="{FF2B5EF4-FFF2-40B4-BE49-F238E27FC236}">
                <a16:creationId xmlns:a16="http://schemas.microsoft.com/office/drawing/2014/main" id="{14EF9878-892E-48F8-B662-9847C2157984}"/>
              </a:ext>
            </a:extLst>
          </p:cNvPr>
          <p:cNvSpPr txBox="1"/>
          <p:nvPr/>
        </p:nvSpPr>
        <p:spPr>
          <a:xfrm>
            <a:off x="1041219" y="5500164"/>
            <a:ext cx="9795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[2] Information on installing the </a:t>
            </a:r>
            <a:r>
              <a:rPr lang="en-US" sz="1400"/>
              <a:t>closed source Docker </a:t>
            </a:r>
            <a:r>
              <a:rPr lang="en-US" sz="1400" dirty="0"/>
              <a:t>Desktop for Windows, Apple Mac, and Linux can be found </a:t>
            </a:r>
            <a:r>
              <a:rPr lang="en-US" sz="1400" dirty="0">
                <a:hlinkClick r:id="rId8"/>
              </a:rPr>
              <a:t>here</a:t>
            </a:r>
            <a:r>
              <a:rPr lang="en-US" sz="1400" dirty="0"/>
              <a:t>.</a:t>
            </a:r>
          </a:p>
          <a:p>
            <a:r>
              <a:rPr lang="en-US" sz="1400" dirty="0"/>
              <a:t>[3] Information about installing the open source version of docker (docker community edition) on Ubuntu can be found </a:t>
            </a:r>
            <a:r>
              <a:rPr lang="en-US" sz="1400" dirty="0">
                <a:hlinkClick r:id="rId9"/>
              </a:rPr>
              <a:t>here</a:t>
            </a:r>
            <a:r>
              <a:rPr lang="en-US" sz="1400" dirty="0"/>
              <a:t>.</a:t>
            </a:r>
          </a:p>
          <a:p>
            <a:r>
              <a:rPr lang="en-US" sz="1400" dirty="0"/>
              <a:t>[4] Installing docker-</a:t>
            </a:r>
            <a:r>
              <a:rPr lang="en-US" sz="1400" dirty="0" err="1"/>
              <a:t>ce</a:t>
            </a:r>
            <a:r>
              <a:rPr lang="en-US" sz="1400" dirty="0"/>
              <a:t> on WSL requires some extra work. A good method to do so is covered in </a:t>
            </a:r>
            <a:r>
              <a:rPr lang="en-US" sz="1400" dirty="0">
                <a:hlinkClick r:id="rId10"/>
              </a:rPr>
              <a:t>this blog post</a:t>
            </a:r>
            <a:r>
              <a:rPr lang="en-US" sz="1400" dirty="0"/>
              <a:t> by Jonathan Bowman</a:t>
            </a:r>
          </a:p>
        </p:txBody>
      </p:sp>
    </p:spTree>
    <p:extLst>
      <p:ext uri="{BB962C8B-B14F-4D97-AF65-F5344CB8AC3E}">
        <p14:creationId xmlns:p14="http://schemas.microsoft.com/office/powerpoint/2010/main" val="15927999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1.616"/>
  <p:tag name="ORIGINALWIDTH" val="2733.408"/>
  <p:tag name="OUTPUTTYPE" val="PNG"/>
  <p:tag name="IGUANATEXVERSION" val="159"/>
  <p:tag name="LATEXADDIN" val="\documentclass{article}&#10;\usepackage{amsmath,amssymb,bm,eufrak}&#10;\usepackage{listings}&#10;\pagestyle{empty}&#10;\begin{document}&#10;&#10;Ubuntu 22.04 LTS commands&#10;\lstset{basicstyle=\tiny}&#10;\begin{lstlisting}[language=csh]&#10;${PROJECT_DIR}=&lt;replace with host specific value...&gt;&#10;mkdir ${PROJECT_DIR}&#10;&#10;COMPUTATION_SUBPROJECT=Computations&#10;COMPUTE_DIR=${PROJECT_DIR}/${COMPUTATION_SUBPROJECT}&#10;COMPUTE_SPEC=${PROJECT_NAME}/${COMPUTATION_SUBPROJECT}&#10;COMPUTE_GIT=https://gitlab.com/${COMPUTE_SPEC}.git&#10;git clone ${COMPUTE_GIT} ${COMPUTE_DIR}&#10;&#10;cd ${COMPUTE_DIR}&#10;make docker.make.main.debug&#10;make docker.run.main.debug&#10;\end{lstlisting}&#10;&#10;\end{document}"/>
  <p:tag name="IGUANATEXSIZE" val="22"/>
  <p:tag name="IGUANATEXCURSOR" val="258"/>
  <p:tag name="TRANSPARENCY" val="True"/>
  <p:tag name="FILENAME" val=""/>
  <p:tag name="LATEXENGINEID" val="0"/>
  <p:tag name="TEMPFOLDER" val="C:\iguanatex\"/>
  <p:tag name="LATEXFORMHEIGHT" val="463"/>
  <p:tag name="LATEXFORMWIDTH" val="126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5.6768"/>
  <p:tag name="ORIGINALWIDTH" val="854.8931"/>
  <p:tag name="LATEXADDIN" val="\documentclass{article}&#10;\usepackage{amsmath,amssymb,bm,eufrak}&#10;\pagestyle{empty}&#10;\begin{document}&#10;&#10;The easy ones...&#10;\begin{itemize}&#10;\item git&#10;\item make&#10;\end{itemize}&#10;&#10;\end{document}"/>
  <p:tag name="IGUANATEXSIZE" val="22"/>
  <p:tag name="IGUANATEXCURSOR" val="152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1601.05"/>
  <p:tag name="LATEXADDIN" val="\documentclass{article}&#10;\usepackage{amsmath,amssymb,bm,eufrak}&#10;\pagestyle{empty}&#10;\begin{document}&#10;&#10;The harder one...&#10;\begin{itemize}&#10;\item docker [2] or docker-ce [3,4]&#10;\end{itemize}&#10;&#10;\end{document}"/>
  <p:tag name="IGUANATEXSIZE" val="22"/>
  <p:tag name="IGUANATEXCURSOR" val="167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51482</TotalTime>
  <Words>106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Georgia</vt:lpstr>
      <vt:lpstr>LucidaGrande</vt:lpstr>
      <vt:lpstr>UB Powerpoint Template</vt:lpstr>
      <vt:lpstr>GETTING STARTED WITH DOCKER</vt:lpstr>
      <vt:lpstr>Using Docker to run cantankerous-impurity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2469</cp:revision>
  <cp:lastPrinted>2016-07-18T17:32:49Z</cp:lastPrinted>
  <dcterms:created xsi:type="dcterms:W3CDTF">2016-06-28T14:05:07Z</dcterms:created>
  <dcterms:modified xsi:type="dcterms:W3CDTF">2022-08-21T14:11:02Z</dcterms:modified>
  <cp:category/>
</cp:coreProperties>
</file>