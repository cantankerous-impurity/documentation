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01" r:id="rId1"/>
  </p:sldMasterIdLst>
  <p:notesMasterIdLst>
    <p:notesMasterId r:id="rId7"/>
  </p:notesMasterIdLst>
  <p:handoutMasterIdLst>
    <p:handoutMasterId r:id="rId8"/>
  </p:handoutMasterIdLst>
  <p:sldIdLst>
    <p:sldId id="539" r:id="rId2"/>
    <p:sldId id="577" r:id="rId3"/>
    <p:sldId id="593" r:id="rId4"/>
    <p:sldId id="595" r:id="rId5"/>
    <p:sldId id="594" r:id="rId6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000FF"/>
    <a:srgbClr val="005AC0"/>
    <a:srgbClr val="7030A0"/>
    <a:srgbClr val="75AD38"/>
    <a:srgbClr val="FFC11F"/>
    <a:srgbClr val="FF7F7F"/>
    <a:srgbClr val="00CC00"/>
    <a:srgbClr val="33A366"/>
    <a:srgbClr val="72A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8" autoAdjust="0"/>
    <p:restoredTop sz="87360" autoAdjust="0"/>
  </p:normalViewPr>
  <p:slideViewPr>
    <p:cSldViewPr snapToGrid="0" snapToObjects="1">
      <p:cViewPr varScale="1">
        <p:scale>
          <a:sx n="92" d="100"/>
          <a:sy n="92" d="100"/>
        </p:scale>
        <p:origin x="61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8/21/2022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8/21/2022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300472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FBD0F-917C-47E2-81A1-50CB209F9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825265" y="2185416"/>
            <a:ext cx="9678987" cy="3848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Tx/>
              <a:buNone/>
              <a:defRPr sz="18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8" y="2185166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7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E50429-19B2-4DA2-9FF3-1CD3B89F7C7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56894" y="6325685"/>
            <a:ext cx="948673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https://gitlab.com/cantankerous-impurity/cantankerous-impurity/-/blob/core/GroupMeetings/GroupMeeting_2022-04-28.pptx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0000389" y="6240989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  <p:sp>
        <p:nvSpPr>
          <p:cNvPr id="16" name="Footer Placeholder 1">
            <a:extLst>
              <a:ext uri="{FF2B5EF4-FFF2-40B4-BE49-F238E27FC236}">
                <a16:creationId xmlns:a16="http://schemas.microsoft.com/office/drawing/2014/main" id="{14688D2D-B472-4979-B2C1-7E61B778CDBF}"/>
              </a:ext>
            </a:extLst>
          </p:cNvPr>
          <p:cNvSpPr txBox="1">
            <a:spLocks/>
          </p:cNvSpPr>
          <p:nvPr userDrawn="1"/>
        </p:nvSpPr>
        <p:spPr>
          <a:xfrm>
            <a:off x="656894" y="6325685"/>
            <a:ext cx="94867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377" rtl="0" eaLnBrk="1" latinLnBrk="0" hangingPunct="1">
              <a:defRPr sz="14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https://gitlab.com/cantankerous-impurity/Documentation/-/blob/core/GettingStarted.pdf</a:t>
            </a:r>
          </a:p>
        </p:txBody>
      </p:sp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LucidaGrande" charset="0"/>
        <a:buChar char="-"/>
        <a:defRPr sz="16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hyperlink" Target="https://en.cppreference.com/w/cpp/compiler_support" TargetMode="External"/><Relationship Id="rId5" Type="http://schemas.openxmlformats.org/officeDocument/2006/relationships/hyperlink" Target="https://en.cppreference.com/w/cpp/language/constraints" TargetMode="Externa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A4071D-BB9D-4544-A70A-F5F1A09E3D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368" y="3968496"/>
            <a:ext cx="6638544" cy="1650381"/>
          </a:xfrm>
        </p:spPr>
        <p:txBody>
          <a:bodyPr>
            <a:normAutofit/>
          </a:bodyPr>
          <a:lstStyle/>
          <a:p>
            <a:r>
              <a:rPr lang="en-US" i="0" dirty="0"/>
              <a:t>2022-August-11</a:t>
            </a:r>
          </a:p>
          <a:p>
            <a:r>
              <a:rPr lang="en-US" dirty="0"/>
              <a:t>Luke Pendo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7726B7-BE34-4866-8953-1808D06B7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7" y="3023745"/>
            <a:ext cx="11380223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6F668D-37E4-4004-8DB7-0DC6EB80C7BD}"/>
              </a:ext>
            </a:extLst>
          </p:cNvPr>
          <p:cNvSpPr txBox="1"/>
          <p:nvPr/>
        </p:nvSpPr>
        <p:spPr>
          <a:xfrm>
            <a:off x="701040" y="5283201"/>
            <a:ext cx="1078992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https://gitlab.com/cantankerous-impurity/Documentation/-/blob/core/GettingStarted.pdf</a:t>
            </a:r>
          </a:p>
        </p:txBody>
      </p:sp>
    </p:spTree>
    <p:extLst>
      <p:ext uri="{BB962C8B-B14F-4D97-AF65-F5344CB8AC3E}">
        <p14:creationId xmlns:p14="http://schemas.microsoft.com/office/powerpoint/2010/main" val="210181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04">
            <a:extLst>
              <a:ext uri="{FF2B5EF4-FFF2-40B4-BE49-F238E27FC236}">
                <a16:creationId xmlns:a16="http://schemas.microsoft.com/office/drawing/2014/main" id="{AA5D86E2-131A-4003-AFF6-F277F3AE81A9}"/>
              </a:ext>
            </a:extLst>
          </p:cNvPr>
          <p:cNvSpPr txBox="1"/>
          <p:nvPr/>
        </p:nvSpPr>
        <p:spPr>
          <a:xfrm>
            <a:off x="1041219" y="1805340"/>
            <a:ext cx="1041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Required dependencies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make the code go…</a:t>
            </a:r>
          </a:p>
        </p:txBody>
      </p:sp>
      <p:pic>
        <p:nvPicPr>
          <p:cNvPr id="26" name="Picture 25" descr="\documentclass{article}&#10;\usepackage{amsmath,amssymb,bm,eufrak}&#10;\pagestyle{empty}&#10;\begin{document}&#10;&#10;The easy ones...&#10;\begin{itemize}&#10;\item git&#10;\item make&#10;\item python3 with sympy&#10;\item C++ compiler with C++20 standard support [1]&#10;\end{itemize}&#10;&#10;\end{document}" title="IguanaTex Bitmap Display">
            <a:extLst>
              <a:ext uri="{FF2B5EF4-FFF2-40B4-BE49-F238E27FC236}">
                <a16:creationId xmlns:a16="http://schemas.microsoft.com/office/drawing/2014/main" id="{68211B25-E650-4CA0-BD57-D49AC323B88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52951" y="2708759"/>
            <a:ext cx="6218669" cy="2489142"/>
          </a:xfrm>
          <a:prstGeom prst="rect">
            <a:avLst/>
          </a:prstGeom>
        </p:spPr>
      </p:pic>
      <p:sp>
        <p:nvSpPr>
          <p:cNvPr id="30" name="TextBox 107">
            <a:extLst>
              <a:ext uri="{FF2B5EF4-FFF2-40B4-BE49-F238E27FC236}">
                <a16:creationId xmlns:a16="http://schemas.microsoft.com/office/drawing/2014/main" id="{7820D28E-1843-466E-9B3F-D94D2B4F661B}"/>
              </a:ext>
            </a:extLst>
          </p:cNvPr>
          <p:cNvSpPr txBox="1"/>
          <p:nvPr/>
        </p:nvSpPr>
        <p:spPr>
          <a:xfrm>
            <a:off x="1041219" y="5731988"/>
            <a:ext cx="9795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[1] In particular, support for </a:t>
            </a:r>
            <a:r>
              <a:rPr lang="en-US" sz="1400" dirty="0">
                <a:hlinkClick r:id="rId5"/>
              </a:rPr>
              <a:t>concepts and constraints</a:t>
            </a:r>
            <a:r>
              <a:rPr lang="en-US" sz="1400" dirty="0"/>
              <a:t> is required. Check </a:t>
            </a:r>
            <a:r>
              <a:rPr lang="en-US" sz="1400" dirty="0">
                <a:hlinkClick r:id="rId6"/>
              </a:rPr>
              <a:t>here</a:t>
            </a:r>
            <a:r>
              <a:rPr lang="en-US" sz="1400" dirty="0"/>
              <a:t> for a list of compliant compilers.</a:t>
            </a:r>
          </a:p>
        </p:txBody>
      </p:sp>
      <p:pic>
        <p:nvPicPr>
          <p:cNvPr id="44" name="Picture 43" descr="\documentclass{article}&#10;\usepackage{amsmath,amssymb,bm,eufrak}&#10;\usepackage{listings}&#10;\pagestyle{empty}&#10;\begin{document}&#10;&#10;Ubuntu 22.04 LTS commands&#10;\lstset{basicstyle=\tiny}&#10;\begin{lstlisting}[language=csh]&#10;apt install make&#10;apt install python3&#10;apt install python3-pip&#10;python3 -m pip install sympy&#10;apt install build-essential&#10;apt install gfortran&#10;\end{lstlisting}&#10;&#10;\end{document}" title="IguanaTex Bitmap Display">
            <a:extLst>
              <a:ext uri="{FF2B5EF4-FFF2-40B4-BE49-F238E27FC236}">
                <a16:creationId xmlns:a16="http://schemas.microsoft.com/office/drawing/2014/main" id="{0C54D343-F3FE-42AF-B999-20211C0F4CC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524572" y="3341521"/>
            <a:ext cx="4012801" cy="139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172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04">
            <a:extLst>
              <a:ext uri="{FF2B5EF4-FFF2-40B4-BE49-F238E27FC236}">
                <a16:creationId xmlns:a16="http://schemas.microsoft.com/office/drawing/2014/main" id="{AA5D86E2-131A-4003-AFF6-F277F3AE81A9}"/>
              </a:ext>
            </a:extLst>
          </p:cNvPr>
          <p:cNvSpPr txBox="1"/>
          <p:nvPr/>
        </p:nvSpPr>
        <p:spPr>
          <a:xfrm>
            <a:off x="1041219" y="1805340"/>
            <a:ext cx="1041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Dependencies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make the code go… How?</a:t>
            </a:r>
          </a:p>
        </p:txBody>
      </p:sp>
      <p:pic>
        <p:nvPicPr>
          <p:cNvPr id="6" name="Picture 5" descr="\documentclass{article}&#10;\usepackage{amsmath,amssymb,bm,eufrak}&#10;\pagestyle{empty}&#10;\begin{document}&#10;&#10;Some C and C++ libraries would be great&#10;\begin{itemize}&#10;\item boost&#10;\item sqlite3&#10;\end{itemize}&#10;&#10;\end{document}" title="IguanaTex Bitmap Display">
            <a:extLst>
              <a:ext uri="{FF2B5EF4-FFF2-40B4-BE49-F238E27FC236}">
                <a16:creationId xmlns:a16="http://schemas.microsoft.com/office/drawing/2014/main" id="{8DC9C6B9-3046-40B3-954A-4A0BDF81A74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08863" y="2708760"/>
            <a:ext cx="5154288" cy="1362742"/>
          </a:xfrm>
          <a:prstGeom prst="rect">
            <a:avLst/>
          </a:prstGeom>
        </p:spPr>
      </p:pic>
      <p:pic>
        <p:nvPicPr>
          <p:cNvPr id="10" name="Picture 9" descr="\documentclass{article}&#10;\usepackage{amsmath,amssymb,bm,eufrak}&#10;\usepackage{listings}&#10;\pagestyle{empty}&#10;\begin{document}&#10;&#10;Ubuntu 22.04 LTS commands&#10;\lstset{basicstyle=\tiny}&#10;\begin{lstlisting}[language=csh]&#10;apt install libboost-dev&#10;apt install libsqlite3-dev&#10;\end{lstlisting}&#10;&#10;\end{document}" title="IguanaTex Bitmap Display">
            <a:extLst>
              <a:ext uri="{FF2B5EF4-FFF2-40B4-BE49-F238E27FC236}">
                <a16:creationId xmlns:a16="http://schemas.microsoft.com/office/drawing/2014/main" id="{A3759FA9-A748-4376-ADA7-67F4A4FA5DB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172014" y="3028074"/>
            <a:ext cx="4011124" cy="72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42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04">
            <a:extLst>
              <a:ext uri="{FF2B5EF4-FFF2-40B4-BE49-F238E27FC236}">
                <a16:creationId xmlns:a16="http://schemas.microsoft.com/office/drawing/2014/main" id="{AA5D86E2-131A-4003-AFF6-F277F3AE81A9}"/>
              </a:ext>
            </a:extLst>
          </p:cNvPr>
          <p:cNvSpPr txBox="1"/>
          <p:nvPr/>
        </p:nvSpPr>
        <p:spPr>
          <a:xfrm>
            <a:off x="1041219" y="1805340"/>
            <a:ext cx="1041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Necessary antecedents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make the code to go…</a:t>
            </a:r>
          </a:p>
        </p:txBody>
      </p:sp>
      <p:pic>
        <p:nvPicPr>
          <p:cNvPr id="4" name="Picture 3" descr="\documentclass{article}&#10;\usepackage{amsmath,amssymb,bm,eufrak}&#10;\pagestyle{empty}&#10;\begin{document}&#10;&#10;The harder ones...&#10;\begin{itemize}&#10;\item cuba&#10;\item petsc&#10;\item slepc&#10;\end{itemize}&#10;&#10;\end{document}" title="IguanaTex Bitmap Display">
            <a:extLst>
              <a:ext uri="{FF2B5EF4-FFF2-40B4-BE49-F238E27FC236}">
                <a16:creationId xmlns:a16="http://schemas.microsoft.com/office/drawing/2014/main" id="{B001B2C5-D5CA-4B0B-8EC2-12882BA8F4D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33536" y="3131428"/>
            <a:ext cx="2180725" cy="1915885"/>
          </a:xfrm>
          <a:prstGeom prst="rect">
            <a:avLst/>
          </a:prstGeom>
        </p:spPr>
      </p:pic>
      <p:pic>
        <p:nvPicPr>
          <p:cNvPr id="9" name="Picture 8" descr="\documentclass{article}&#10;\usepackage{amsmath,amssymb,bm,eufrak}&#10;\usepackage{listings}&#10;\pagestyle{empty}&#10;\begin{document}&#10;&#10;Ubuntu 22.04 LTS commands&#10;\lstset{basicstyle=\tiny}&#10;\begin{lstlisting}[language=csh]&#10;CUBA_DIR=&lt;replace with host specific value...&gt;&#10;wget http://www.feynarts.de/cuba/Cuba-4.2.2.tar.gz&#10;tar -xzvf Cuba-4.2.2.tar.gz&#10;mv Cuba-4.2.2 ${CUBA_DIR}&#10;cd ${CUBA_DIR}&#10;./configure&#10;make lib&#10;&#10;PROJECT_NAME=cantankerous-impurity&#10;&#10;PETSC_GIT=https://gitlab.com/petsc/petsc.git&#10;PETSC_DIR=&lt;replace with host specific value...&gt;&#10;git clone -b release ${PETSC_GIT} ${PETSC_DIR}&#10;PETSC_ARCH=arch-${PROJECT_NAME}&#10;PETSC_ARCH_DIR=${PETSC_DIR}/${PETSC_ARCH}&#10;cd ${PETSC_DIR}&#10;./configure \&#10;    --download-mpich --download-fblaslapack --with-scalar-type=complex&#10;make all&#10;&#10;SLEPC_GIT=https://gitlab.com/slepc/slepc.git&#10;SLEPC_DIR=&lt;replace with host specific value...&gt;&#10;git clone -b release ${SLEPC_GIT} ${SLEPC_DIR}&#10;cd ${SLEPC_DIR}&#10;SLEPC_ARCH_DIR=${SLEPC_DIR}/${PETSC_ARCH}&#10;./configure&#10;make all&#10;\end{lstlisting}&#10;&#10;\end{document}" title="IguanaTex Bitmap Display">
            <a:extLst>
              <a:ext uri="{FF2B5EF4-FFF2-40B4-BE49-F238E27FC236}">
                <a16:creationId xmlns:a16="http://schemas.microsoft.com/office/drawing/2014/main" id="{C3C80CCF-888C-4B68-AB94-16EEA5D4178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47797" y="1903619"/>
            <a:ext cx="7210666" cy="442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49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04">
            <a:extLst>
              <a:ext uri="{FF2B5EF4-FFF2-40B4-BE49-F238E27FC236}">
                <a16:creationId xmlns:a16="http://schemas.microsoft.com/office/drawing/2014/main" id="{AA5D86E2-131A-4003-AFF6-F277F3AE81A9}"/>
              </a:ext>
            </a:extLst>
          </p:cNvPr>
          <p:cNvSpPr txBox="1"/>
          <p:nvPr/>
        </p:nvSpPr>
        <p:spPr>
          <a:xfrm>
            <a:off x="1041219" y="1805340"/>
            <a:ext cx="1041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Deepen dent seas wreck wired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how go to make the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A17DE4-3155-4592-8049-D5B6E3B60D21}"/>
              </a:ext>
            </a:extLst>
          </p:cNvPr>
          <p:cNvSpPr txBox="1"/>
          <p:nvPr/>
        </p:nvSpPr>
        <p:spPr>
          <a:xfrm>
            <a:off x="732264" y="5786572"/>
            <a:ext cx="1072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These work… as long as the dependencies have been correctly installed and configured…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CD3700D-DC0A-4D72-9CE8-30B10BA0AF85}"/>
              </a:ext>
            </a:extLst>
          </p:cNvPr>
          <p:cNvGrpSpPr/>
          <p:nvPr/>
        </p:nvGrpSpPr>
        <p:grpSpPr>
          <a:xfrm>
            <a:off x="185294" y="2395797"/>
            <a:ext cx="11821414" cy="3236724"/>
            <a:chOff x="185294" y="2395797"/>
            <a:chExt cx="11821414" cy="3236724"/>
          </a:xfrm>
        </p:grpSpPr>
        <p:pic>
          <p:nvPicPr>
            <p:cNvPr id="10" name="Picture 9" descr="\documentclass{article}&#10;\usepackage{amsmath,amssymb,bm,eufrak}&#10;\pagestyle{empty}&#10;\begin{document}&#10;&#10;These are my fault.&#10;\begin{itemize}&#10;\item cantankerous-impurity/precalculation&#10;\item cantankerous-impurity/tremulous-petrichor&#10;\end{itemize}&#10;&#10;\end{document}" title="IguanaTex Bitmap Display">
              <a:extLst>
                <a:ext uri="{FF2B5EF4-FFF2-40B4-BE49-F238E27FC236}">
                  <a16:creationId xmlns:a16="http://schemas.microsoft.com/office/drawing/2014/main" id="{3F829A01-D922-43C6-91E1-2AE8533342D2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85294" y="3240598"/>
              <a:ext cx="5526404" cy="1379504"/>
            </a:xfrm>
            <a:prstGeom prst="rect">
              <a:avLst/>
            </a:prstGeom>
          </p:spPr>
        </p:pic>
        <p:pic>
          <p:nvPicPr>
            <p:cNvPr id="5" name="Picture 4" descr="\documentclass{article}&#10;\usepackage{amsmath,amssymb,bm,eufrak}&#10;\usepackage{listings}&#10;\pagestyle{empty}&#10;\begin{document}&#10;&#10;Ubuntu 22.04 LTS commands&#10;\lstset{basicstyle=\tiny}&#10;\begin{lstlisting}[language=csh]&#10;PROJECT_DIR=&lt;replace with host specific value...&gt;&#10;mkdir ${PROJECT_DIR}&#10;&#10;PRECALC_DATA_DIR=${PROJECT_DIR}/precalc-coeffs&#10;mkdir ${PRECALC_DATA_DIR}&#10;&#10;PRECALC_SUBPROJECT=Precalculation&#10;PRECALC_DIR=${PROJECT_DIR}/${PRECALC_SUBPROJECT}&#10;PRECALC_SPEC=${PROJECT_NAME}/${PRECALC_SUBPROJECT}&#10;PRECALC_GIT=https://gitlab.com/${PRECALC_SPEC}.git&#10;git clone ${PRECALC_GIT} ${PRECALC_DIR}&#10;&#10;COMPUTATION_SUBPROJECT=Computation&#10;COMPUTE_DIR=${PROJECT_DIR}/${COMPUTATION_SUBPROJECT}&#10;COMPUTE_SPEC=${PROJECT_NAME}/${COMPUTATION_SUBPROJECT}&#10;COMPUTE_GIT=https://gitlab.com/${COMPUTE_SPEC}.git&#10;git clone ${COMPUTE_GIT} ${COMPUTE_DIR}&#10;\end{lstlisting}&#10;&#10;\end{document}" title="IguanaTex Bitmap Display">
              <a:extLst>
                <a:ext uri="{FF2B5EF4-FFF2-40B4-BE49-F238E27FC236}">
                  <a16:creationId xmlns:a16="http://schemas.microsoft.com/office/drawing/2014/main" id="{B9BB5258-6B9E-48E1-80FF-8F57A561F1E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5896992" y="2395797"/>
              <a:ext cx="6109716" cy="32367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81956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3.611"/>
  <p:tag name="ORIGINALWIDTH" val="2782.152"/>
  <p:tag name="LATEXADDIN" val="\documentclass{article}&#10;\usepackage{amsmath,amssymb,bm,eufrak}&#10;\pagestyle{empty}&#10;\begin{document}&#10;&#10;The easy ones...&#10;\begin{itemize}&#10;\item git&#10;\item make&#10;\item python3 with sympy&#10;\item C++ compiler with C++20 standard support [1]&#10;\end{itemize}&#10;&#10;\end{document}"/>
  <p:tag name="IGUANATEXSIZE" val="22"/>
  <p:tag name="IGUANATEXCURSOR" val="228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3.1721"/>
  <p:tag name="ORIGINALWIDTH" val="1795.276"/>
  <p:tag name="LATEXADDIN" val="\documentclass{article}&#10;\usepackage{amsmath,amssymb,bm,eufrak}&#10;\usepackage{listings}&#10;\pagestyle{empty}&#10;\begin{document}&#10;&#10;Ubuntu 22.04 LTS commands&#10;\lstset{basicstyle=\tiny}&#10;\begin{lstlisting}[language=csh]&#10;apt install make&#10;apt install python3&#10;apt install python3-pip&#10;python3 -m pip install sympy&#10;apt install build-essential&#10;apt install gfortran&#10;\end{lstlisting}&#10;&#10;\end{document}"/>
  <p:tag name="IGUANATEXSIZE" val="22"/>
  <p:tag name="IGUANATEXCURSOR" val="344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9.6738"/>
  <p:tag name="ORIGINALWIDTH" val="2305.962"/>
  <p:tag name="LATEXADDIN" val="\documentclass{article}&#10;\usepackage{amsmath,amssymb,bm,eufrak}&#10;\pagestyle{empty}&#10;\begin{document}&#10;&#10;Some C and C++ libraries would be great&#10;\begin{itemize}&#10;\item boost&#10;\item sqlite3&#10;\end{itemize}&#10;&#10;\end{document}"/>
  <p:tag name="IGUANATEXSIZE" val="22"/>
  <p:tag name="IGUANATEXCURSOR" val="180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3.9595"/>
  <p:tag name="ORIGINALWIDTH" val="1794.526"/>
  <p:tag name="LATEXADDIN" val="\documentclass{article}&#10;\usepackage{amsmath,amssymb,bm,eufrak}&#10;\usepackage{listings}&#10;\pagestyle{empty}&#10;\begin{document}&#10;&#10;Ubuntu 22.04 LTS commands&#10;\lstset{basicstyle=\tiny}&#10;\begin{lstlisting}[language=csh]&#10;apt install libboost-dev&#10;apt install libsqlite3-dev&#10;\end{lstlisting}&#10;&#10;\end{document}"/>
  <p:tag name="IGUANATEXSIZE" val="22"/>
  <p:tag name="IGUANATEXCURSOR" val="257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7.1428"/>
  <p:tag name="ORIGINALWIDTH" val="975.6281"/>
  <p:tag name="LATEXADDIN" val="\documentclass{article}&#10;\usepackage{amsmath,amssymb,bm,eufrak}&#10;\pagestyle{empty}&#10;\begin{document}&#10;&#10;The harder ones...&#10;\begin{itemize}&#10;\item cuba&#10;\item petsc&#10;\item slepc&#10;\end{itemize}&#10;&#10;\end{document}"/>
  <p:tag name="IGUANATEXSIZE" val="22"/>
  <p:tag name="IGUANATEXCURSOR" val="168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79.978"/>
  <p:tag name="ORIGINALWIDTH" val="3548.556"/>
  <p:tag name="OUTPUTTYPE" val="PNG"/>
  <p:tag name="IGUANATEXVERSION" val="159"/>
  <p:tag name="LATEXADDIN" val="\documentclass{article}&#10;\usepackage{amsmath,amssymb,bm,eufrak}&#10;\usepackage{listings}&#10;\pagestyle{empty}&#10;\begin{document}&#10;&#10;Ubuntu 22.04 LTS commands&#10;\lstset{basicstyle=\tiny}&#10;\begin{lstlisting}[language=csh]&#10;CUBA_DIR=&lt;replace with host specific value...&gt;&#10;wget http://www.feynarts.de/cuba/Cuba-4.2.2.tar.gz&#10;tar -xzvf Cuba-4.2.2.tar.gz&#10;mv Cuba-4.2.2 ${CUBA_DIR}&#10;cd ${CUBA_DIR}&#10;./configure&#10;make lib&#10;&#10;PROJECT_NAME=cantankerous-impurity&#10;&#10;PETSC_GIT=https://gitlab.com/petsc/petsc.git&#10;PETSC_DIR=&lt;replace with host specific value...&gt;&#10;git clone -b release ${PETSC_GIT} ${PETSC_DIR}&#10;PETSC_ARCH=arch-${PROJECT_NAME}&#10;PETSC_ARCH_DIR=${PETSC_DIR}/${PETSC_ARCH}&#10;cd ${PETSC_DIR}&#10;./configure \&#10;    --download-mpich --download-fblaslapack --with-scalar-type=complex&#10;make all&#10;&#10;SLEPC_GIT=https://gitlab.com/slepc/slepc.git&#10;SLEPC_DIR=&lt;replace with host specific value...&gt;&#10;git clone -b release ${SLEPC_GIT} ${SLEPC_DIR}&#10;cd ${SLEPC_DIR}&#10;SLEPC_ARCH_DIR=${SLEPC_DIR}/${PETSC_ARCH}&#10;./configure&#10;make all&#10;\end{lstlisting}&#10;&#10;\end{document}"/>
  <p:tag name="IGUANATEXSIZE" val="20"/>
  <p:tag name="IGUANATEXCURSOR" val="0"/>
  <p:tag name="TRANSPARENCY" val="True"/>
  <p:tag name="FILENAME" val=""/>
  <p:tag name="LATEXENGINEID" val="0"/>
  <p:tag name="TEMPFOLDER" val="C:\iguanatex\"/>
  <p:tag name="LATEXFORMHEIGHT" val="463"/>
  <p:tag name="LATEXFORMWIDTH" val="126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7.1729"/>
  <p:tag name="ORIGINALWIDTH" val="2472.441"/>
  <p:tag name="LATEXADDIN" val="\documentclass{article}&#10;\usepackage{amsmath,amssymb,bm,eufrak}&#10;\pagestyle{empty}&#10;\begin{document}&#10;&#10;These are my fault.&#10;\begin{itemize}&#10;\item cantankerous-impurity/precalculation&#10;\item cantankerous-impurity/tremulous-petrichor&#10;\end{itemize}&#10;&#10;\end{document}"/>
  <p:tag name="IGUANATEXSIZE" val="22"/>
  <p:tag name="IGUANATEXCURSOR" val="118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48.069"/>
  <p:tag name="ORIGINALWIDTH" val="2733.408"/>
  <p:tag name="OUTPUTTYPE" val="PNG"/>
  <p:tag name="IGUANATEXVERSION" val="159"/>
  <p:tag name="LATEXADDIN" val="\documentclass{article}&#10;\usepackage{amsmath,amssymb,bm,eufrak}&#10;\usepackage{listings}&#10;\pagestyle{empty}&#10;\begin{document}&#10;&#10;Ubuntu 22.04 LTS commands&#10;\lstset{basicstyle=\tiny}&#10;\begin{lstlisting}[language=csh]&#10;PROJECT_DIR=&lt;replace with host specific value...&gt;&#10;mkdir ${PROJECT_DIR}&#10;&#10;PRECALC_DATA_DIR=${PROJECT_DIR}/precalc-coeffs&#10;mkdir ${PRECALC_DATA_DIR}&#10;&#10;PRECALC_SUBPROJECT=Precalculation&#10;PRECALC_DIR=${PROJECT_DIR}/${PRECALC_SUBPROJECT}&#10;PRECALC_SPEC=${PROJECT_NAME}/${PRECALC_SUBPROJECT}&#10;PRECALC_GIT=https://gitlab.com/${PRECALC_SPEC}.git&#10;git clone ${PRECALC_GIT} ${PRECALC_DIR}&#10;&#10;COMPUTATION_SUBPROJECT=Computation&#10;COMPUTE_DIR=${PROJECT_DIR}/${COMPUTATION_SUBPROJECT}&#10;COMPUTE_SPEC=${PROJECT_NAME}/${COMPUTATION_SUBPROJECT}&#10;COMPUTE_GIT=https://gitlab.com/${COMPUTE_SPEC}.git&#10;git clone ${COMPUTE_GIT} ${COMPUTE_DIR}&#10;\end{lstlisting}&#10;&#10;\end{document}"/>
  <p:tag name="IGUANATEXSIZE" val="22"/>
  <p:tag name="IGUANATEXCURSOR" val="217"/>
  <p:tag name="TRANSPARENCY" val="True"/>
  <p:tag name="FILENAME" val=""/>
  <p:tag name="LATEXENGINEID" val="0"/>
  <p:tag name="TEMPFOLDER" val="C:\iguanatex\"/>
  <p:tag name="LATEXFORMHEIGHT" val="463"/>
  <p:tag name="LATEXFORMWIDTH" val="1264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51485</TotalTime>
  <Words>99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Georgia</vt:lpstr>
      <vt:lpstr>LucidaGrande</vt:lpstr>
      <vt:lpstr>UB Powerpoint Template</vt:lpstr>
      <vt:lpstr>GETTING STARTED</vt:lpstr>
      <vt:lpstr>How to make the code go…</vt:lpstr>
      <vt:lpstr>To make the code go… How?</vt:lpstr>
      <vt:lpstr>How make the code to go…</vt:lpstr>
      <vt:lpstr>Code how go to make the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2469</cp:revision>
  <cp:lastPrinted>2016-07-18T17:32:49Z</cp:lastPrinted>
  <dcterms:created xsi:type="dcterms:W3CDTF">2016-06-28T14:05:07Z</dcterms:created>
  <dcterms:modified xsi:type="dcterms:W3CDTF">2022-08-21T14:14:22Z</dcterms:modified>
  <cp:category/>
</cp:coreProperties>
</file>