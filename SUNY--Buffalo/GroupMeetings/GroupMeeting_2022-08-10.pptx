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1" r:id="rId1"/>
  </p:sldMasterIdLst>
  <p:notesMasterIdLst>
    <p:notesMasterId r:id="rId9"/>
  </p:notesMasterIdLst>
  <p:handoutMasterIdLst>
    <p:handoutMasterId r:id="rId10"/>
  </p:handoutMasterIdLst>
  <p:sldIdLst>
    <p:sldId id="539" r:id="rId2"/>
    <p:sldId id="541" r:id="rId3"/>
    <p:sldId id="577" r:id="rId4"/>
    <p:sldId id="593" r:id="rId5"/>
    <p:sldId id="595" r:id="rId6"/>
    <p:sldId id="594" r:id="rId7"/>
    <p:sldId id="597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 autoAdjust="0"/>
    <p:restoredTop sz="87360" autoAdjust="0"/>
  </p:normalViewPr>
  <p:slideViewPr>
    <p:cSldViewPr snapToGrid="0" snapToObjects="1">
      <p:cViewPr varScale="1">
        <p:scale>
          <a:sx n="105" d="100"/>
          <a:sy n="105" d="100"/>
        </p:scale>
        <p:origin x="120" y="10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8/11/2022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8/11/2022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FBD0F-917C-47E2-81A1-50CB209F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E50429-19B2-4DA2-9FF3-1CD3B89F7C7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https://gitlab.com/cantankerous-impurity/cantankerous-impurity/-/blob/core/GroupMeetings/GroupMeeting_2022-04-28.pptx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000389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14688D2D-B472-4979-B2C1-7E61B778CDBF}"/>
              </a:ext>
            </a:extLst>
          </p:cNvPr>
          <p:cNvSpPr txBox="1">
            <a:spLocks/>
          </p:cNvSpPr>
          <p:nvPr userDrawn="1"/>
        </p:nvSpPr>
        <p:spPr>
          <a:xfrm>
            <a:off x="656894" y="6325685"/>
            <a:ext cx="94867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377" rtl="0" eaLnBrk="1" latinLnBrk="0" hangingPunct="1">
              <a:defRPr sz="14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https://gitlab.com/cantankerous-impurity/cantankerous-impurity/-/blob/core/GroupMeetings/GroupMeeting_2022-08-11.pptx</a:t>
            </a: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cantankerous-impurity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s://en.cppreference.com/w/cpp/compiler_support" TargetMode="External"/><Relationship Id="rId5" Type="http://schemas.openxmlformats.org/officeDocument/2006/relationships/hyperlink" Target="https://en.cppreference.com/w/cpp/language/constraints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ocker.com/get-docker/" TargetMode="External"/><Relationship Id="rId3" Type="http://schemas.openxmlformats.org/officeDocument/2006/relationships/tags" Target="../tags/tag11.xml"/><Relationship Id="rId7" Type="http://schemas.openxmlformats.org/officeDocument/2006/relationships/image" Target="../media/image18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hyperlink" Target="https://dev.to/bowmanjd/install-docker-on-windows-wsl-without-docker-desktop-34m9" TargetMode="External"/><Relationship Id="rId4" Type="http://schemas.openxmlformats.org/officeDocument/2006/relationships/slideLayout" Target="../slideLayouts/slideLayout12.xml"/><Relationship Id="rId9" Type="http://schemas.openxmlformats.org/officeDocument/2006/relationships/hyperlink" Target="https://docs.docker.com/engine/install/ubunt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Group Meeting (2022-August-11)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2279952"/>
            <a:ext cx="11380223" cy="1597104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Working With Docker to </a:t>
            </a:r>
            <a:r>
              <a:rPr lang="en-US"/>
              <a:t>Run Tremulous-Petrichor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701040" y="5283201"/>
            <a:ext cx="1078992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https://gitlab.com/cantankerous-impurity/cantankerous-impurity/-/blob/core/GroupMeetings/GroupMeeting_2022-08-11.pptx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we doing here?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F461C-346D-4964-91DB-F0AFCED12AD3}"/>
              </a:ext>
            </a:extLst>
          </p:cNvPr>
          <p:cNvSpPr txBox="1"/>
          <p:nvPr/>
        </p:nvSpPr>
        <p:spPr>
          <a:xfrm>
            <a:off x="732264" y="2001293"/>
            <a:ext cx="107274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 err="1">
                <a:solidFill>
                  <a:schemeClr val="tx2"/>
                </a:solidFill>
              </a:rPr>
              <a:t>Lotsa</a:t>
            </a:r>
            <a:r>
              <a:rPr lang="en-US" b="1" i="1" u="sng" dirty="0">
                <a:solidFill>
                  <a:schemeClr val="tx2"/>
                </a:solidFill>
              </a:rPr>
              <a:t> </a:t>
            </a:r>
            <a:r>
              <a:rPr lang="en-US" b="1" i="1" u="sng" dirty="0" err="1">
                <a:solidFill>
                  <a:schemeClr val="tx2"/>
                </a:solidFill>
              </a:rPr>
              <a:t>lotso</a:t>
            </a:r>
            <a:r>
              <a:rPr lang="en-US" b="1" i="1" u="sng" dirty="0">
                <a:solidFill>
                  <a:schemeClr val="tx2"/>
                </a:solidFill>
              </a:rPr>
              <a:t>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am an </a:t>
            </a:r>
            <a:r>
              <a:rPr lang="en-US" dirty="0">
                <a:solidFill>
                  <a:schemeClr val="accent2"/>
                </a:solidFill>
              </a:rPr>
              <a:t>open science / open research </a:t>
            </a:r>
            <a:r>
              <a:rPr lang="en-US" dirty="0"/>
              <a:t>ideologue.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such, I believe the work of science should not be just complete and transparent, but also </a:t>
            </a:r>
            <a:r>
              <a:rPr lang="en-US" b="1" dirty="0"/>
              <a:t>accessible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want to make project onboarding for </a:t>
            </a:r>
            <a:r>
              <a:rPr lang="en-US" dirty="0">
                <a:hlinkClick r:id="rId2"/>
              </a:rPr>
              <a:t>cantankerous-impurity</a:t>
            </a:r>
            <a:r>
              <a:rPr lang="en-US" dirty="0"/>
              <a:t> </a:t>
            </a:r>
            <a:r>
              <a:rPr lang="en-US" b="1" dirty="0"/>
              <a:t>short</a:t>
            </a:r>
            <a:r>
              <a:rPr lang="en-US" dirty="0"/>
              <a:t> and </a:t>
            </a:r>
            <a:r>
              <a:rPr lang="en-US" b="1" dirty="0"/>
              <a:t>easy</a:t>
            </a:r>
            <a:r>
              <a:rPr lang="en-US" dirty="0"/>
              <a:t> to promote </a:t>
            </a:r>
            <a:r>
              <a:rPr lang="en-US" dirty="0">
                <a:solidFill>
                  <a:schemeClr val="accent2"/>
                </a:solidFill>
              </a:rPr>
              <a:t>open collaboration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 software dependencies of this project has delayed achieving the above goal…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65970-1CBA-43F5-A1C5-13942E5C1525}"/>
              </a:ext>
            </a:extLst>
          </p:cNvPr>
          <p:cNvSpPr txBox="1"/>
          <p:nvPr/>
        </p:nvSpPr>
        <p:spPr>
          <a:xfrm>
            <a:off x="732264" y="4770578"/>
            <a:ext cx="1072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Aiming for a very </a:t>
            </a:r>
            <a:r>
              <a:rPr lang="en-US" i="1" dirty="0"/>
              <a:t>short</a:t>
            </a:r>
            <a:r>
              <a:rPr lang="en-US" dirty="0"/>
              <a:t> digestible presentation of 5-10 minutes.</a:t>
            </a:r>
          </a:p>
        </p:txBody>
      </p:sp>
    </p:spTree>
    <p:extLst>
      <p:ext uri="{BB962C8B-B14F-4D97-AF65-F5344CB8AC3E}">
        <p14:creationId xmlns:p14="http://schemas.microsoft.com/office/powerpoint/2010/main" val="51111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Required dependencies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the code go…</a:t>
            </a:r>
          </a:p>
        </p:txBody>
      </p:sp>
      <p:pic>
        <p:nvPicPr>
          <p:cNvPr id="26" name="Picture 25" descr="\documentclass{article}&#10;\usepackage{amsmath,amssymb,bm,eufrak}&#10;\pagestyle{empty}&#10;\begin{document}&#10;&#10;The easy ones...&#10;\begin{itemize}&#10;\item git&#10;\item make&#10;\item python3 with sympy&#10;\item C++ compiler with C++20 standard support [1]&#10;\end{itemize}&#10;&#10;\end{document}" title="IguanaTex Bitmap Display">
            <a:extLst>
              <a:ext uri="{FF2B5EF4-FFF2-40B4-BE49-F238E27FC236}">
                <a16:creationId xmlns:a16="http://schemas.microsoft.com/office/drawing/2014/main" id="{68211B25-E650-4CA0-BD57-D49AC323B8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2951" y="2708759"/>
            <a:ext cx="6218669" cy="2489142"/>
          </a:xfrm>
          <a:prstGeom prst="rect">
            <a:avLst/>
          </a:prstGeom>
        </p:spPr>
      </p:pic>
      <p:sp>
        <p:nvSpPr>
          <p:cNvPr id="30" name="TextBox 107">
            <a:extLst>
              <a:ext uri="{FF2B5EF4-FFF2-40B4-BE49-F238E27FC236}">
                <a16:creationId xmlns:a16="http://schemas.microsoft.com/office/drawing/2014/main" id="{7820D28E-1843-466E-9B3F-D94D2B4F661B}"/>
              </a:ext>
            </a:extLst>
          </p:cNvPr>
          <p:cNvSpPr txBox="1"/>
          <p:nvPr/>
        </p:nvSpPr>
        <p:spPr>
          <a:xfrm>
            <a:off x="1041219" y="5731988"/>
            <a:ext cx="979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[1] In particular, support for </a:t>
            </a:r>
            <a:r>
              <a:rPr lang="en-US" sz="1400" dirty="0">
                <a:hlinkClick r:id="rId5"/>
              </a:rPr>
              <a:t>concepts and constraints</a:t>
            </a:r>
            <a:r>
              <a:rPr lang="en-US" sz="1400" dirty="0"/>
              <a:t> is required. Check </a:t>
            </a:r>
            <a:r>
              <a:rPr lang="en-US" sz="1400" dirty="0">
                <a:hlinkClick r:id="rId6"/>
              </a:rPr>
              <a:t>here</a:t>
            </a:r>
            <a:r>
              <a:rPr lang="en-US" sz="1400" dirty="0"/>
              <a:t> for a list of compliant compilers.</a:t>
            </a:r>
          </a:p>
        </p:txBody>
      </p:sp>
      <p:pic>
        <p:nvPicPr>
          <p:cNvPr id="44" name="Picture 43" descr="\documentclass{article}&#10;\usepackage{amsmath,amssymb,bm,eufrak}&#10;\usepackage{listings}&#10;\pagestyle{empty}&#10;\begin{document}&#10;&#10;Ubuntu 22.04 LTS commands&#10;\lstset{basicstyle=\tiny}&#10;\begin{lstlisting}[language=csh]&#10;apt install make&#10;apt install python3&#10;apt install python3-pip&#10;python3 -m pip install sympy&#10;apt install build-essential&#10;apt install gfortran&#10;\end{lstlisting}&#10;&#10;\end{document}" title="IguanaTex Bitmap Display">
            <a:extLst>
              <a:ext uri="{FF2B5EF4-FFF2-40B4-BE49-F238E27FC236}">
                <a16:creationId xmlns:a16="http://schemas.microsoft.com/office/drawing/2014/main" id="{0C54D343-F3FE-42AF-B999-20211C0F4C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24572" y="3341521"/>
            <a:ext cx="4012801" cy="13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7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Dependencies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make the code go… How?</a:t>
            </a:r>
          </a:p>
        </p:txBody>
      </p:sp>
      <p:pic>
        <p:nvPicPr>
          <p:cNvPr id="6" name="Picture 5" descr="\documentclass{article}&#10;\usepackage{amsmath,amssymb,bm,eufrak}&#10;\pagestyle{empty}&#10;\begin{document}&#10;&#10;Some C and C++ libraries would be great&#10;\begin{itemize}&#10;\item boost&#10;\item sqlite3&#10;\end{itemize}&#10;&#10;\end{document}" title="IguanaTex Bitmap Display">
            <a:extLst>
              <a:ext uri="{FF2B5EF4-FFF2-40B4-BE49-F238E27FC236}">
                <a16:creationId xmlns:a16="http://schemas.microsoft.com/office/drawing/2014/main" id="{8DC9C6B9-3046-40B3-954A-4A0BDF81A7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8863" y="2708760"/>
            <a:ext cx="5154288" cy="1362742"/>
          </a:xfrm>
          <a:prstGeom prst="rect">
            <a:avLst/>
          </a:prstGeom>
        </p:spPr>
      </p:pic>
      <p:pic>
        <p:nvPicPr>
          <p:cNvPr id="10" name="Picture 9" descr="\documentclass{article}&#10;\usepackage{amsmath,amssymb,bm,eufrak}&#10;\usepackage{listings}&#10;\pagestyle{empty}&#10;\begin{document}&#10;&#10;Ubuntu 22.04 LTS commands&#10;\lstset{basicstyle=\tiny}&#10;\begin{lstlisting}[language=csh]&#10;apt install libboost-dev&#10;apt install libsqlite3-dev&#10;\end{lstlisting}&#10;&#10;\end{document}" title="IguanaTex Bitmap Display">
            <a:extLst>
              <a:ext uri="{FF2B5EF4-FFF2-40B4-BE49-F238E27FC236}">
                <a16:creationId xmlns:a16="http://schemas.microsoft.com/office/drawing/2014/main" id="{A3759FA9-A748-4376-ADA7-67F4A4FA5D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72014" y="3028074"/>
            <a:ext cx="4011124" cy="7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4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Necessary antecedents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make the code to go…</a:t>
            </a:r>
          </a:p>
        </p:txBody>
      </p:sp>
      <p:pic>
        <p:nvPicPr>
          <p:cNvPr id="4" name="Picture 3" descr="\documentclass{article}&#10;\usepackage{amsmath,amssymb,bm,eufrak}&#10;\pagestyle{empty}&#10;\begin{document}&#10;&#10;The harder ones...&#10;\begin{itemize}&#10;\item cuba&#10;\item petsc&#10;\item slepc&#10;\end{itemize}&#10;&#10;\end{document}" title="IguanaTex Bitmap Display">
            <a:extLst>
              <a:ext uri="{FF2B5EF4-FFF2-40B4-BE49-F238E27FC236}">
                <a16:creationId xmlns:a16="http://schemas.microsoft.com/office/drawing/2014/main" id="{B001B2C5-D5CA-4B0B-8EC2-12882BA8F4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3181" y="3131428"/>
            <a:ext cx="2180725" cy="1915885"/>
          </a:xfrm>
          <a:prstGeom prst="rect">
            <a:avLst/>
          </a:prstGeom>
        </p:spPr>
      </p:pic>
      <p:pic>
        <p:nvPicPr>
          <p:cNvPr id="19" name="Picture 18" descr="\documentclass{article}&#10;\usepackage{amsmath,amssymb,bm,eufrak}&#10;\usepackage{listings}&#10;\pagestyle{empty}&#10;\begin{document}&#10;&#10;Ubuntu 22.04 LTS commands&#10;\lstset{basicstyle=\tiny}&#10;\begin{lstlisting}[language=csh]&#10;wget http://www.feynarts.de/cuba/Cuba-4.2.2.tar.gz&#10;tar -xzvf Cuba-4.2.2.tar.gz&#10;mv Cuba-4.2.2 ${CUBA_DIR}&#10;cd ${CUBA_DIR}&#10;./configure&#10;make lib&#10;&#10;PROJECT_NAME=cantankerous-impurity&#10;&#10;PETSC_GIT=https://gitlab.com/petsc/petsc.git&#10;git clone -b release ${PETSC_GIT} ${PETSC_DIR}&#10;PETSC_ARCH=arch-${PROJECT_NAME}&#10;PETSC_ARCH_DIR=${PETSC_DIR}/${PETSC_ARCH}&#10;cd ${PETSC_DIR}&#10;./configure \&#10;    --download-mpich --download-fblaslapack --with-scalar-type=complex&#10;make all&#10;&#10;SLEPC_GIT=https://gitlab.com/slepc/slepc.git&#10;git clone -b release ${SLEPC_GIT} ${SLEPC_DIR}&#10;cd ${SLEPC_DIR}&#10;SLEPC_ARCH_DIR=${SLEPC_DIR}/${PETSC_ARCH}&#10;./configure&#10;make all&#10;\end{lstlisting}&#10;&#10;\end{document}" title="IguanaTex Bitmap Display">
            <a:extLst>
              <a:ext uri="{FF2B5EF4-FFF2-40B4-BE49-F238E27FC236}">
                <a16:creationId xmlns:a16="http://schemas.microsoft.com/office/drawing/2014/main" id="{BC21932A-E7B5-46B8-A5AD-17CF08F7D2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567087" y="1903619"/>
            <a:ext cx="7931731" cy="437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Deepen dent seas wreck wired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how go to make 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17DE4-3155-4592-8049-D5B6E3B60D21}"/>
              </a:ext>
            </a:extLst>
          </p:cNvPr>
          <p:cNvSpPr txBox="1"/>
          <p:nvPr/>
        </p:nvSpPr>
        <p:spPr>
          <a:xfrm>
            <a:off x="732264" y="5786572"/>
            <a:ext cx="1072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These work… as long as the dependencies have been correctly installed and configured…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222064-A6DE-4CBD-9EAF-780E3E4EDA2C}"/>
              </a:ext>
            </a:extLst>
          </p:cNvPr>
          <p:cNvGrpSpPr/>
          <p:nvPr/>
        </p:nvGrpSpPr>
        <p:grpSpPr>
          <a:xfrm>
            <a:off x="185294" y="2395799"/>
            <a:ext cx="11821411" cy="3069103"/>
            <a:chOff x="185294" y="2395799"/>
            <a:chExt cx="11821411" cy="3069103"/>
          </a:xfrm>
        </p:grpSpPr>
        <p:pic>
          <p:nvPicPr>
            <p:cNvPr id="10" name="Picture 9" descr="\documentclass{article}&#10;\usepackage{amsmath,amssymb,bm,eufrak}&#10;\pagestyle{empty}&#10;\begin{document}&#10;&#10;These are my fault.&#10;\begin{itemize}&#10;\item cantankerous-impurity/precalculation&#10;\item cantankerous-impurity/tremulous-petrichor&#10;\end{itemize}&#10;&#10;\end{document}" title="IguanaTex Bitmap Display">
              <a:extLst>
                <a:ext uri="{FF2B5EF4-FFF2-40B4-BE49-F238E27FC236}">
                  <a16:creationId xmlns:a16="http://schemas.microsoft.com/office/drawing/2014/main" id="{3F829A01-D922-43C6-91E1-2AE8533342D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85294" y="3240598"/>
              <a:ext cx="5526404" cy="1379504"/>
            </a:xfrm>
            <a:prstGeom prst="rect">
              <a:avLst/>
            </a:prstGeom>
          </p:spPr>
        </p:pic>
        <p:pic>
          <p:nvPicPr>
            <p:cNvPr id="21" name="Picture 20" descr="\documentclass{article}&#10;\usepackage{amsmath,amssymb,bm,eufrak}&#10;\usepackage{listings}&#10;\pagestyle{empty}&#10;\begin{document}&#10;&#10;Ubuntu 22.04 LTS commands&#10;\lstset{basicstyle=\tiny}&#10;\begin{lstlisting}[language=csh]&#10;mkdir ${PROJECT_DIR}&#10;&#10;PRECALC_DATA_DIR=${PROJECT_DIR}/precalc-coeffs&#10;mkdir ${PRECALC_DATA_DIR}&#10;&#10;PRECALC_SUBPROJECT=precalculation&#10;PRECALC_DIR=${PROJECT_DIR}/${PRECALC_SUBPROJECT}&#10;PRECALC_SPEC=${PROJECT_NAME}/${PRECALC_SUBPROJECT}&#10;PRECALC_GIT=https://gitlab.com/${PRECALC_SPEC}.git&#10;git clone ${PRECALC_GIT} ${PRECALC_DIR}&#10;&#10;COMPUTATION_SUBPROJECT=tremulous-petrichor&#10;COMPUTE_DIR=${PROJECT_DIR}/${COMPUTATION_SUBPROJECT}&#10;COMPUTE_SPEC=${PROJECT_NAME}/${COMPUTATION_SUBPROJECT}&#10;COMPUTE_GIT=https://gitlab.com/${COMPUTE_SPEC}.git&#10;git clone ${COMPUTE_GIT} ${COMPUTE_DIR}&#10;\end{lstlisting}&#10;&#10;\end{document}" title="IguanaTex Bitmap Display">
              <a:extLst>
                <a:ext uri="{FF2B5EF4-FFF2-40B4-BE49-F238E27FC236}">
                  <a16:creationId xmlns:a16="http://schemas.microsoft.com/office/drawing/2014/main" id="{B4D8DE3C-40E4-4A70-BA89-2A73F99B09F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5896992" y="2395799"/>
              <a:ext cx="6109713" cy="3069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819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:a16="http://schemas.microsoft.com/office/drawing/2014/main" id="{AA5D86E2-131A-4003-AFF6-F277F3AE81A9}"/>
              </a:ext>
            </a:extLst>
          </p:cNvPr>
          <p:cNvSpPr txBox="1"/>
          <p:nvPr/>
        </p:nvSpPr>
        <p:spPr>
          <a:xfrm>
            <a:off x="1041219" y="1805340"/>
            <a:ext cx="104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Dependencies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Docker solution</a:t>
            </a:r>
          </a:p>
        </p:txBody>
      </p:sp>
      <p:pic>
        <p:nvPicPr>
          <p:cNvPr id="7" name="Picture 6" descr="\documentclass{article}&#10;\usepackage{amsmath,amssymb,bm,eufrak}&#10;\usepackage{listings}&#10;\pagestyle{empty}&#10;\begin{document}&#10;&#10;Ubuntu 22.04 LTS commands&#10;\lstset{basicstyle=\tiny}&#10;\begin{lstlisting}[language=csh]&#10;mkdir ${PROJECT_DIR}&#10;&#10;COMPUTATION_SUBPROJECT=tremulous-petrichor&#10;COMPUTE_DIR=${PROJECT_DIR}/${COMPUTATION_SUBPROJECT}&#10;COMPUTE_SPEC=${PROJECT_NAME}/${COMPUTATION_SUBPROJECT}&#10;COMPUTE_GIT=https://gitlab.com/${COMPUTE_SPEC}.git&#10;git clone ${COMPUTE_GIT} ${COMPUTE_DIR}&#10;&#10;cd ${COMPUTE_DIR}&#10;make docker.make.main.debug&#10;make docker.run.main.debug&#10;\end{lstlisting}&#10;&#10;\end{document}" title="IguanaTex Bitmap Display">
            <a:extLst>
              <a:ext uri="{FF2B5EF4-FFF2-40B4-BE49-F238E27FC236}">
                <a16:creationId xmlns:a16="http://schemas.microsoft.com/office/drawing/2014/main" id="{67A88D22-824B-4D76-9233-40A29F32FB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75670" y="2808163"/>
            <a:ext cx="6109715" cy="222765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DBDF416-8B78-44D7-9182-F1D5579EEA2B}"/>
              </a:ext>
            </a:extLst>
          </p:cNvPr>
          <p:cNvGrpSpPr/>
          <p:nvPr/>
        </p:nvGrpSpPr>
        <p:grpSpPr>
          <a:xfrm>
            <a:off x="906615" y="2625438"/>
            <a:ext cx="3578669" cy="2593106"/>
            <a:chOff x="906615" y="2625438"/>
            <a:chExt cx="3578669" cy="2593106"/>
          </a:xfrm>
        </p:grpSpPr>
        <p:pic>
          <p:nvPicPr>
            <p:cNvPr id="4" name="Picture 3" descr="\documentclass{article}&#10;\usepackage{amsmath,amssymb,bm,eufrak}&#10;\pagestyle{empty}&#10;\begin{document}&#10;&#10;The easy ones...&#10;\begin{itemize}&#10;\item git&#10;\item make&#10;\end{itemize}&#10;&#10;\end{document}" title="IguanaTex Bitmap Display">
              <a:extLst>
                <a:ext uri="{FF2B5EF4-FFF2-40B4-BE49-F238E27FC236}">
                  <a16:creationId xmlns:a16="http://schemas.microsoft.com/office/drawing/2014/main" id="{092ED06D-14C9-496D-82D3-CBE5343F70B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906615" y="2625438"/>
              <a:ext cx="1910858" cy="1309104"/>
            </a:xfrm>
            <a:prstGeom prst="rect">
              <a:avLst/>
            </a:prstGeom>
          </p:spPr>
        </p:pic>
        <p:pic>
          <p:nvPicPr>
            <p:cNvPr id="17" name="Picture 16" descr="\documentclass{article}&#10;\usepackage{amsmath,amssymb,bm,eufrak}&#10;\pagestyle{empty}&#10;\begin{document}&#10;&#10;The harder one...&#10;\begin{itemize}&#10;\item docker [2] or docker-ce [3,4]&#10;\end{itemize}&#10;&#10;\end{document}" title="IguanaTex Bitmap Display">
              <a:extLst>
                <a:ext uri="{FF2B5EF4-FFF2-40B4-BE49-F238E27FC236}">
                  <a16:creationId xmlns:a16="http://schemas.microsoft.com/office/drawing/2014/main" id="{482FE515-4B4A-4FA1-99AE-66D0739A975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906615" y="4398887"/>
              <a:ext cx="3578669" cy="819657"/>
            </a:xfrm>
            <a:prstGeom prst="rect">
              <a:avLst/>
            </a:prstGeom>
          </p:spPr>
        </p:pic>
      </p:grpSp>
      <p:sp>
        <p:nvSpPr>
          <p:cNvPr id="16" name="TextBox 107">
            <a:extLst>
              <a:ext uri="{FF2B5EF4-FFF2-40B4-BE49-F238E27FC236}">
                <a16:creationId xmlns:a16="http://schemas.microsoft.com/office/drawing/2014/main" id="{14EF9878-892E-48F8-B662-9847C2157984}"/>
              </a:ext>
            </a:extLst>
          </p:cNvPr>
          <p:cNvSpPr txBox="1"/>
          <p:nvPr/>
        </p:nvSpPr>
        <p:spPr>
          <a:xfrm>
            <a:off x="1041219" y="5500164"/>
            <a:ext cx="9795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[2] Information on installing the </a:t>
            </a:r>
            <a:r>
              <a:rPr lang="en-US" sz="1400"/>
              <a:t>closed source Docker </a:t>
            </a:r>
            <a:r>
              <a:rPr lang="en-US" sz="1400" dirty="0"/>
              <a:t>Desktop for Windows, Apple Mac, and Linux can be found </a:t>
            </a:r>
            <a:r>
              <a:rPr lang="en-US" sz="1400" dirty="0">
                <a:hlinkClick r:id="rId8"/>
              </a:rPr>
              <a:t>here</a:t>
            </a:r>
            <a:r>
              <a:rPr lang="en-US" sz="1400" dirty="0"/>
              <a:t>.</a:t>
            </a:r>
          </a:p>
          <a:p>
            <a:r>
              <a:rPr lang="en-US" sz="1400" dirty="0"/>
              <a:t>[3] Information about installing the open source version of docker (docker community edition) on Ubuntu can be found </a:t>
            </a:r>
            <a:r>
              <a:rPr lang="en-US" sz="1400" dirty="0">
                <a:hlinkClick r:id="rId9"/>
              </a:rPr>
              <a:t>here</a:t>
            </a:r>
            <a:r>
              <a:rPr lang="en-US" sz="1400" dirty="0"/>
              <a:t>.</a:t>
            </a:r>
          </a:p>
          <a:p>
            <a:r>
              <a:rPr lang="en-US" sz="1400" dirty="0"/>
              <a:t>[4] Installing docker-</a:t>
            </a:r>
            <a:r>
              <a:rPr lang="en-US" sz="1400" dirty="0" err="1"/>
              <a:t>ce</a:t>
            </a:r>
            <a:r>
              <a:rPr lang="en-US" sz="1400" dirty="0"/>
              <a:t> on WSL requires some extra work. A good method to do so is covered in </a:t>
            </a:r>
            <a:r>
              <a:rPr lang="en-US" sz="1400" dirty="0">
                <a:hlinkClick r:id="rId10"/>
              </a:rPr>
              <a:t>this blog post</a:t>
            </a:r>
            <a:r>
              <a:rPr lang="en-US" sz="1400" dirty="0"/>
              <a:t> by Jonathan Bowman</a:t>
            </a:r>
          </a:p>
        </p:txBody>
      </p:sp>
    </p:spTree>
    <p:extLst>
      <p:ext uri="{BB962C8B-B14F-4D97-AF65-F5344CB8AC3E}">
        <p14:creationId xmlns:p14="http://schemas.microsoft.com/office/powerpoint/2010/main" val="15927999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3.611"/>
  <p:tag name="ORIGINALWIDTH" val="2782.152"/>
  <p:tag name="LATEXADDIN" val="\documentclass{article}&#10;\usepackage{amsmath,amssymb,bm,eufrak}&#10;\pagestyle{empty}&#10;\begin{document}&#10;&#10;The easy ones...&#10;\begin{itemize}&#10;\item git&#10;\item make&#10;\item python3 with sympy&#10;\item C++ compiler with C++20 standard support [1]&#10;\end{itemize}&#10;&#10;\end{document}"/>
  <p:tag name="IGUANATEXSIZE" val="22"/>
  <p:tag name="IGUANATEXCURSOR" val="22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1721"/>
  <p:tag name="ORIGINALWIDTH" val="1795.276"/>
  <p:tag name="LATEXADDIN" val="\documentclass{article}&#10;\usepackage{amsmath,amssymb,bm,eufrak}&#10;\usepackage{listings}&#10;\pagestyle{empty}&#10;\begin{document}&#10;&#10;Ubuntu 22.04 LTS commands&#10;\lstset{basicstyle=\tiny}&#10;\begin{lstlisting}[language=csh]&#10;apt install make&#10;apt install python3&#10;apt install python3-pip&#10;python3 -m pip install sympy&#10;apt install build-essential&#10;apt install gfortran&#10;\end{lstlisting}&#10;&#10;\end{document}"/>
  <p:tag name="IGUANATEXSIZE" val="22"/>
  <p:tag name="IGUANATEXCURSOR" val="344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9.6738"/>
  <p:tag name="ORIGINALWIDTH" val="2305.962"/>
  <p:tag name="LATEXADDIN" val="\documentclass{article}&#10;\usepackage{amsmath,amssymb,bm,eufrak}&#10;\pagestyle{empty}&#10;\begin{document}&#10;&#10;Some C and C++ libraries would be great&#10;\begin{itemize}&#10;\item boost&#10;\item sqlite3&#10;\end{itemize}&#10;&#10;\end{document}"/>
  <p:tag name="IGUANATEXSIZE" val="22"/>
  <p:tag name="IGUANATEXCURSOR" val="180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1794.526"/>
  <p:tag name="LATEXADDIN" val="\documentclass{article}&#10;\usepackage{amsmath,amssymb,bm,eufrak}&#10;\usepackage{listings}&#10;\pagestyle{empty}&#10;\begin{document}&#10;&#10;Ubuntu 22.04 LTS commands&#10;\lstset{basicstyle=\tiny}&#10;\begin{lstlisting}[language=csh]&#10;apt install libboost-dev&#10;apt install libsqlite3-dev&#10;\end{lstlisting}&#10;&#10;\end{document}"/>
  <p:tag name="IGUANATEXSIZE" val="22"/>
  <p:tag name="IGUANATEXCURSOR" val="257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7.1428"/>
  <p:tag name="ORIGINALWIDTH" val="975.6281"/>
  <p:tag name="LATEXADDIN" val="\documentclass{article}&#10;\usepackage{amsmath,amssymb,bm,eufrak}&#10;\pagestyle{empty}&#10;\begin{document}&#10;&#10;The harder ones...&#10;\begin{itemize}&#10;\item cuba&#10;\item petsc&#10;\item slepc&#10;\end{itemize}&#10;&#10;\end{document}"/>
  <p:tag name="IGUANATEXSIZE" val="22"/>
  <p:tag name="IGUANATEXCURSOR" val="16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5.756"/>
  <p:tag name="ORIGINALWIDTH" val="3548.556"/>
  <p:tag name="LATEXADDIN" val="\documentclass{article}&#10;\usepackage{amsmath,amssymb,bm,eufrak}&#10;\usepackage{listings}&#10;\pagestyle{empty}&#10;\begin{document}&#10;&#10;Ubuntu 22.04 LTS commands&#10;\lstset{basicstyle=\tiny}&#10;\begin{lstlisting}[language=csh]&#10;wget http://www.feynarts.de/cuba/Cuba-4.2.2.tar.gz&#10;tar -xzvf Cuba-4.2.2.tar.gz&#10;mv Cuba-4.2.2 ${CUBA_DIR}&#10;cd ${CUBA_DIR}&#10;./configure&#10;make lib&#10;&#10;PROJECT_NAME=cantankerous-impurity&#10;&#10;PETSC_GIT=https://gitlab.com/petsc/petsc.git&#10;git clone -b release ${PETSC_GIT} ${PETSC_DIR}&#10;PETSC_ARCH=arch-${PROJECT_NAME}&#10;PETSC_ARCH_DIR=${PETSC_DIR}/${PETSC_ARCH}&#10;cd ${PETSC_DIR}&#10;./configure \&#10;    --download-mpich --download-fblaslapack --with-scalar-type=complex&#10;make all&#10;&#10;SLEPC_GIT=https://gitlab.com/slepc/slepc.git&#10;git clone -b release ${SLEPC_GIT} ${SLEPC_DIR}&#10;cd ${SLEPC_DIR}&#10;SLEPC_ARCH_DIR=${SLEPC_DIR}/${PETSC_ARCH}&#10;./configure&#10;make all&#10;\end{lstlisting}&#10;&#10;\end{document}"/>
  <p:tag name="IGUANATEXSIZE" val="22"/>
  <p:tag name="IGUANATEXCURSOR" val="382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7.1729"/>
  <p:tag name="ORIGINALWIDTH" val="2472.441"/>
  <p:tag name="LATEXADDIN" val="\documentclass{article}&#10;\usepackage{amsmath,amssymb,bm,eufrak}&#10;\pagestyle{empty}&#10;\begin{document}&#10;&#10;These are my fault.&#10;\begin{itemize}&#10;\item cantankerous-impurity/precalculation&#10;\item cantankerous-impurity/tremulous-petrichor&#10;\end{itemize}&#10;&#10;\end{document}"/>
  <p:tag name="IGUANATEXSIZE" val="22"/>
  <p:tag name="IGUANATEXCURSOR" val="11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3.078"/>
  <p:tag name="ORIGINALWIDTH" val="2733.408"/>
  <p:tag name="LATEXADDIN" val="\documentclass{article}&#10;\usepackage{amsmath,amssymb,bm,eufrak}&#10;\usepackage{listings}&#10;\pagestyle{empty}&#10;\begin{document}&#10;&#10;Ubuntu 22.04 LTS commands&#10;\lstset{basicstyle=\tiny}&#10;\begin{lstlisting}[language=csh]&#10;mkdir ${PROJECT_DIR}&#10;&#10;PRECALC_DATA_DIR=${PROJECT_DIR}/precalc-coeffs&#10;mkdir ${PRECALC_DATA_DIR}&#10;&#10;PRECALC_SUBPROJECT=precalculation&#10;PRECALC_DIR=${PROJECT_DIR}/${PRECALC_SUBPROJECT}&#10;PRECALC_SPEC=${PROJECT_NAME}/${PRECALC_SUBPROJECT}&#10;PRECALC_GIT=https://gitlab.com/${PRECALC_SPEC}.git&#10;git clone ${PRECALC_GIT} ${PRECALC_DIR}&#10;&#10;COMPUTATION_SUBPROJECT=tremulous-petrichor&#10;COMPUTE_DIR=${PROJECT_DIR}/${COMPUTATION_SUBPROJECT}&#10;COMPUTE_SPEC=${PROJECT_NAME}/${COMPUTATION_SUBPROJECT}&#10;COMPUTE_GIT=https://gitlab.com/${COMPUTE_SPEC}.git&#10;git clone ${COMPUTE_GIT} ${COMPUTE_DIR}&#10;\end{lstlisting}&#10;&#10;\end{document}"/>
  <p:tag name="IGUANATEXSIZE" val="22"/>
  <p:tag name="IGUANATEXCURSOR" val="570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6.6254"/>
  <p:tag name="ORIGINALWIDTH" val="2733.408"/>
  <p:tag name="LATEXADDIN" val="\documentclass{article}&#10;\usepackage{amsmath,amssymb,bm,eufrak}&#10;\usepackage{listings}&#10;\pagestyle{empty}&#10;\begin{document}&#10;&#10;Ubuntu 22.04 LTS commands&#10;\lstset{basicstyle=\tiny}&#10;\begin{lstlisting}[language=csh]&#10;mkdir ${PROJECT_DIR}&#10;&#10;COMPUTATION_SUBPROJECT=tremulous-petrichor&#10;COMPUTE_DIR=${PROJECT_DIR}/${COMPUTATION_SUBPROJECT}&#10;COMPUTE_SPEC=${PROJECT_NAME}/${COMPUTATION_SUBPROJECT}&#10;COMPUTE_GIT=https://gitlab.com/${COMPUTE_SPEC}.git&#10;git clone ${COMPUTE_GIT} ${COMPUTE_DIR}&#10;&#10;cd ${COMPUTE_DIR}&#10;make docker.make.main.debug&#10;make docker.run.main.debug&#10;\end{lstlisting}&#10;&#10;\end{document}"/>
  <p:tag name="IGUANATEXSIZE" val="22"/>
  <p:tag name="IGUANATEXCURSOR" val="488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5.6768"/>
  <p:tag name="ORIGINALWIDTH" val="854.8931"/>
  <p:tag name="LATEXADDIN" val="\documentclass{article}&#10;\usepackage{amsmath,amssymb,bm,eufrak}&#10;\pagestyle{empty}&#10;\begin{document}&#10;&#10;The easy ones...&#10;\begin{itemize}&#10;\item git&#10;\item make&#10;\end{itemize}&#10;&#10;\end{document}"/>
  <p:tag name="IGUANATEXSIZE" val="22"/>
  <p:tag name="IGUANATEXCURSOR" val="152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1601.05"/>
  <p:tag name="LATEXADDIN" val="\documentclass{article}&#10;\usepackage{amsmath,amssymb,bm,eufrak}&#10;\pagestyle{empty}&#10;\begin{document}&#10;&#10;The harder one...&#10;\begin{itemize}&#10;\item docker [2] or docker-ce [3,4]&#10;\end{itemize}&#10;&#10;\end{document}"/>
  <p:tag name="IGUANATEXSIZE" val="22"/>
  <p:tag name="IGUANATEXCURSOR" val="167"/>
  <p:tag name="TRANSPARENCY" val="True"/>
  <p:tag name="FILENAME" val=""/>
  <p:tag name="LATEXENGINEID" val="0"/>
  <p:tag name="TEMPFOLDER" val="c:\temp\"/>
  <p:tag name="LATEXFORMHEIGHT" val="463"/>
  <p:tag name="LATEXFORMWIDTH" val="1264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51477</TotalTime>
  <Words>273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LucidaGrande</vt:lpstr>
      <vt:lpstr>UB Powerpoint Template</vt:lpstr>
      <vt:lpstr>Working With Docker to Run Tremulous-Petrichor</vt:lpstr>
      <vt:lpstr>What are we doing here?</vt:lpstr>
      <vt:lpstr>How to make the code go…</vt:lpstr>
      <vt:lpstr>To make the code go… How?</vt:lpstr>
      <vt:lpstr>How make the code to go…</vt:lpstr>
      <vt:lpstr>Code how go to make the</vt:lpstr>
      <vt:lpstr>The Docker solution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2462</cp:revision>
  <cp:lastPrinted>2016-07-18T17:32:49Z</cp:lastPrinted>
  <dcterms:created xsi:type="dcterms:W3CDTF">2016-06-28T14:05:07Z</dcterms:created>
  <dcterms:modified xsi:type="dcterms:W3CDTF">2022-08-11T14:21:52Z</dcterms:modified>
  <cp:category/>
</cp:coreProperties>
</file>