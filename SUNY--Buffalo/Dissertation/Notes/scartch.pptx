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2FBD-B435-4880-B46D-B2AF9CCB8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1BDB4-14B3-4DFE-98C4-BC3493F98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28649-189A-44F4-8EA1-96DE2D6E1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2F09-431F-4CB7-AB34-385E75B7941C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9DD20-DFBD-4357-8BF4-24CE3D948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BCD61-58DD-4ED2-8F14-4B909964D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7576-874B-44B0-826B-6A55A80CE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32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64304-3F2C-42AE-A800-BC82B5844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E2947-09C2-4A5C-8D17-571E54A50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644DB-D18E-4317-AE5B-34024B5C1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2F09-431F-4CB7-AB34-385E75B7941C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DFD5C-5A2C-4136-9013-1FC11604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681E7-B639-4696-B945-ADC34B03C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7576-874B-44B0-826B-6A55A80CE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8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D03C-36C1-4310-99B6-660C8949E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E5C49-BB7F-455B-AFCA-5DBFE24B2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03D2A-FABB-4BB2-80A7-152A334C2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2F09-431F-4CB7-AB34-385E75B7941C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166DF-B9A1-4B89-B34E-DE8E359AC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7EC6E-192A-43FF-B16B-7EC6644C7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7576-874B-44B0-826B-6A55A80CE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83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0F2A8-4CDD-452B-9DA0-E8F0F741F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E58C6-1E1A-41A7-9A2C-1B8DCA879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64D86-897A-4D73-B097-6818EB016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12AF1-C11D-4CC5-BC6B-6BAC3FEDF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2F09-431F-4CB7-AB34-385E75B7941C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4CBF-91A7-4C86-AD80-ED9D02CD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45617-664F-409D-A78D-D411C0C24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7576-874B-44B0-826B-6A55A80CE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56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FD69-5354-463D-A261-CC2A57716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29C48-E8F7-49B8-A62C-6DFD66EB9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530394-D9DE-4D1C-AC0A-4F935D228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9776E-1B2A-4496-909F-7BA1B58B4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8B6F5-B569-41EC-AEEE-8DEDEE6588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E5FBC-AFE3-45EE-BEB2-207DC515D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2F09-431F-4CB7-AB34-385E75B7941C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38543-E074-4EED-B816-0306843A6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54F18-2BBA-4DB9-81D7-7A3C2106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7576-874B-44B0-826B-6A55A80CE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99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11FC3-4A57-404F-8C7E-08426EA0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F779E-A676-455D-B99C-ACAD2406E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2F09-431F-4CB7-AB34-385E75B7941C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1B2E4C-7C0D-4CDD-91B0-BCE4ADA5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B6B20-F045-4AAF-9CA9-EE6BCB92B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7576-874B-44B0-826B-6A55A80CE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8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3A7B58-32AE-4B74-AEEB-CA74FACD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2F09-431F-4CB7-AB34-385E75B7941C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7C1FCF-5F5B-4C52-9AA3-DD0AE993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819F-58B3-487C-90E5-75B939068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7576-874B-44B0-826B-6A55A80CE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802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324B-6AF7-4E3D-AA80-A5D8801F5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84126-665C-4967-AB79-899FC29AF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6BC43-9C47-484E-9DFD-9330D518D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DFF34-ED45-49AE-87CD-52AEBDE08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2F09-431F-4CB7-AB34-385E75B7941C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78F30-C906-4316-B387-E4CCD59B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BD668-5CFF-4073-971F-C1DF8F573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7576-874B-44B0-826B-6A55A80CE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82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D42DB-AB5D-4B11-A71C-02CD0A837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7EDCA-99BE-408A-ADDA-9C8963CA88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EC3DA-760A-4E5A-BD0B-816605C78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BC101-A0BE-4EB1-B5BB-4523E08D6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2F09-431F-4CB7-AB34-385E75B7941C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2D471-38F0-4041-9679-F34C2950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6D633-F09E-4C25-B775-EB59A03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7576-874B-44B0-826B-6A55A80CE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66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FD1D-16EF-4CB8-8B9E-2A5C3BC3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19D89-FC74-4500-855F-6785E51FE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20E93-09BB-43E9-A115-6CF959100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2F09-431F-4CB7-AB34-385E75B7941C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24623-BD61-4C77-A113-3E546333D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89BF9-4D16-458D-8D8F-5ED7AE12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7576-874B-44B0-826B-6A55A80CE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66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6FA1FD-E407-4ED7-B939-3E716A43C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C37C89-DD34-4CF2-A701-8335078A1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34BAE-9B39-4855-B183-C971457C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2F09-431F-4CB7-AB34-385E75B7941C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97E6D-A50F-4A57-8282-510E8910E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909C6-2076-446C-8393-1AF8F2EB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7576-874B-44B0-826B-6A55A80CE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2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FB5301-8962-4E70-8AAF-416EE228B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1F478-41AF-4EE0-9F87-AAF0EC773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1E7D1-AFA7-452D-82FA-C4F75757A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D2F09-431F-4CB7-AB34-385E75B7941C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2E86A-5D18-4F8D-B701-EDF3EB0A87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AAF03-FD79-42DC-89DF-69F82C091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57576-874B-44B0-826B-6A55A80CE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\documentclass{article}&#10;\usepackage{amsmath,amssymb,bm,physics,mathtools}&#10;\pagestyle{empty}&#10;\begin{document}&#10;&#10;\begin{align*}&#10;\left(\frac{\left(xyz\right)+\left(yxz\right)}{2}\right)\varphi_{\parallel,zz}&#10;    &amp;=&#10;        \bm{\beta}^{\left(z\right)}_{zz}&#10;        \left(&#10;            \frac{\hat{U}_{xyz} + \zeta_{zz}^{\left(zz\right)}\hat{U}_{yxz}}{2}&#10;        \right)&#10;        \phi_{zz}^{\left(zz\right)}&#10;        +&#10;        \left(\frac{&#10;                \bm{\beta}^{\left(x\right)}_{zz}&#10;                \hat{U}_{zxy}&#10;                    +&#10;                \bm{\beta}^{\left(y\right)}_{zz}&#10;                \zeta_{yy}^{\left(zz\right)}&#10;                \hat{U}_{xzy}&#10;        }{2}\right)&#10;        \phi_{xx}^{\left(zz\right)}&#10;            +&#10;        \left(\frac{&#10;            \bm{\beta}^{\left(y\right)}_{zz}&#10;            \hat{U}_{yzx}&#10;                +&#10;            \bm{\beta}^{\left(x\right)}_{zz}&#10;            \zeta_{xx}^{\left(zz\right)}&#10;            \hat{U}_{zyx}&#10;        }{2}&#10;        \right)&#10;        \phi_{yy}^{\left(zz\right)}&#10;% ,\\&#10;\end{align*}&#10;&#10;\end{document}" title="IguanaTex Bitmap Display">
            <a:extLst>
              <a:ext uri="{FF2B5EF4-FFF2-40B4-BE49-F238E27FC236}">
                <a16:creationId xmlns:a16="http://schemas.microsoft.com/office/drawing/2014/main" id="{35598EBF-703D-4471-8372-84B9F5DB2F9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29" y="530187"/>
            <a:ext cx="11490742" cy="607086"/>
          </a:xfrm>
          <a:prstGeom prst="rect">
            <a:avLst/>
          </a:prstGeom>
        </p:spPr>
      </p:pic>
      <p:pic>
        <p:nvPicPr>
          <p:cNvPr id="9" name="Picture 8" descr="\documentclass{article}&#10;\usepackage{amsmath,amssymb,bm,physics,mathtools}&#10;\pagestyle{empty}&#10;\begin{document}&#10;&#10;\begin{align*}&#10;\left(yxz\right)\phi_{yy}^{\left(zz\right)}&#10;    &amp;=&#10;        \zeta_{yy}^{\left(zz\right)}&#10;        \phi_{xx}^{\left(zz\right)}&#10;\end{align*}&#10;&#10;\end{document}" title="IguanaTex Bitmap Display">
            <a:extLst>
              <a:ext uri="{FF2B5EF4-FFF2-40B4-BE49-F238E27FC236}">
                <a16:creationId xmlns:a16="http://schemas.microsoft.com/office/drawing/2014/main" id="{6478FA57-253A-4095-9348-EDD5D4A0EF2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1597" y="2099906"/>
            <a:ext cx="1994362" cy="269410"/>
          </a:xfrm>
          <a:prstGeom prst="rect">
            <a:avLst/>
          </a:prstGeom>
        </p:spPr>
      </p:pic>
      <p:pic>
        <p:nvPicPr>
          <p:cNvPr id="12" name="Picture 11" descr="\documentclass{article}&#10;\usepackage{amsmath,amssymb,bm,physics,mathtools}&#10;\pagestyle{empty}&#10;\begin{document}&#10;&#10;\begin{align*}&#10;\left(yxz\right)\phi_{xx}^{\left(zz\right)}&#10;    &amp;=&#10;        \zeta_{xx}^{\left(zz\right)}&#10;        \phi_{yy}^{\left(zz\right)}&#10;\end{align*}&#10;&#10;\end{document}" title="IguanaTex Bitmap Display">
            <a:extLst>
              <a:ext uri="{FF2B5EF4-FFF2-40B4-BE49-F238E27FC236}">
                <a16:creationId xmlns:a16="http://schemas.microsoft.com/office/drawing/2014/main" id="{8C6AF104-1845-481D-B679-6EE3F9CEFB4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1598" y="2581489"/>
            <a:ext cx="1994361" cy="26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5748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7068.616"/>
  <p:tag name="OUTPUTTYPE" val="PNG"/>
  <p:tag name="IGUANATEXVERSION" val="159"/>
  <p:tag name="LATEXADDIN" val="\documentclass{article}&#10;\usepackage{amsmath,amssymb,bm,physics,mathtools}&#10;\pagestyle{empty}&#10;\begin{document}&#10;&#10;\begin{align*}&#10;\left(\frac{\left(xyz\right)+\left(yxz\right)}{2}\right)\varphi_{\parallel,zz}&#10;    &amp;=&#10;        \bm{\beta}^{\left(z\right)}_{zz}&#10;        \left(&#10;            \frac{\hat{U}_{xyz} + \zeta_{zz}^{\left(zz\right)}\hat{U}_{yxz}}{2}&#10;        \right)&#10;        \phi_{zz}^{\left(zz\right)}&#10;        +&#10;        \left(\frac{&#10;                \bm{\beta}^{\left(x\right)}_{zz}&#10;                \hat{U}_{zxy}&#10;                    +&#10;                \bm{\beta}^{\left(y\right)}_{zz}&#10;                \zeta_{yy}^{\left(zz\right)}&#10;                \hat{U}_{xzy}&#10;        }{2}\right)&#10;        \phi_{xx}^{\left(zz\right)}&#10;            +&#10;        \left(\frac{&#10;            \bm{\beta}^{\left(y\right)}_{zz}&#10;            \hat{U}_{yzx}&#10;                +&#10;            \bm{\beta}^{\left(x\right)}_{zz}&#10;            \zeta_{xx}^{\left(zz\right)}&#10;            \hat{U}_{zyx}&#10;        }{2}&#10;        \right)&#10;        \phi_{yy}^{\left(zz\right)}&#10;% ,\\&#10;\end{align*}&#10;&#10;\end{document}"/>
  <p:tag name="IGUANATEXSIZE" val="16"/>
  <p:tag name="IGUANATEXCURSOR" val="1029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5.7293"/>
  <p:tag name="ORIGINALWIDTH" val="1226.847"/>
  <p:tag name="OUTPUTTYPE" val="PNG"/>
  <p:tag name="IGUANATEXVERSION" val="159"/>
  <p:tag name="LATEXADDIN" val="\documentclass{article}&#10;\usepackage{amsmath,amssymb,bm,physics,mathtools}&#10;\pagestyle{empty}&#10;\begin{document}&#10;&#10;\begin{align*}&#10;\left(yxz\right)\phi_{yy}^{\left(zz\right)}&#10;    &amp;=&#10;        \zeta_{yy}^{\left(zz\right)}&#10;        \phi_{xx}^{\left(zz\right)}&#10;\end{align*}&#10;&#10;\end{document}"/>
  <p:tag name="IGUANATEXSIZE" val="16"/>
  <p:tag name="IGUANATEXCURSOR" val="248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5.7293"/>
  <p:tag name="ORIGINALWIDTH" val="1226.847"/>
  <p:tag name="OUTPUTTYPE" val="PNG"/>
  <p:tag name="IGUANATEXVERSION" val="159"/>
  <p:tag name="LATEXADDIN" val="\documentclass{article}&#10;\usepackage{amsmath,amssymb,bm,physics,mathtools}&#10;\pagestyle{empty}&#10;\begin{document}&#10;&#10;\begin{align*}&#10;\left(yxz\right)\phi_{xx}^{\left(zz\right)}&#10;    &amp;=&#10;        \zeta_{xx}^{\left(zz\right)}&#10;        \phi_{yy}^{\left(zz\right)}&#10;\end{align*}&#10;&#10;\end{document}"/>
  <p:tag name="IGUANATEXSIZE" val="16"/>
  <p:tag name="IGUANATEXCURSOR" val="229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Luke Pendo</dc:creator>
  <cp:lastModifiedBy>Luke Pendo</cp:lastModifiedBy>
  <cp:revision>2</cp:revision>
  <dcterms:created xsi:type="dcterms:W3CDTF">2024-12-29T20:21:46Z</dcterms:created>
  <dcterms:modified xsi:type="dcterms:W3CDTF">2025-01-10T20:28:06Z</dcterms:modified>
</cp:coreProperties>
</file>